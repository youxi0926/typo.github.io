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1" r:id="rId1"/>
  </p:sldMasterIdLst>
  <p:notesMasterIdLst>
    <p:notesMasterId r:id="rId40"/>
  </p:notesMasterIdLst>
  <p:sldIdLst>
    <p:sldId id="281" r:id="rId2"/>
    <p:sldId id="273" r:id="rId3"/>
    <p:sldId id="338" r:id="rId4"/>
    <p:sldId id="340" r:id="rId5"/>
    <p:sldId id="341" r:id="rId6"/>
    <p:sldId id="342" r:id="rId7"/>
    <p:sldId id="343" r:id="rId8"/>
    <p:sldId id="344" r:id="rId9"/>
    <p:sldId id="366" r:id="rId10"/>
    <p:sldId id="369" r:id="rId11"/>
    <p:sldId id="352" r:id="rId12"/>
    <p:sldId id="346" r:id="rId13"/>
    <p:sldId id="347" r:id="rId14"/>
    <p:sldId id="348" r:id="rId15"/>
    <p:sldId id="349" r:id="rId16"/>
    <p:sldId id="354" r:id="rId17"/>
    <p:sldId id="370" r:id="rId18"/>
    <p:sldId id="355" r:id="rId19"/>
    <p:sldId id="358" r:id="rId20"/>
    <p:sldId id="362" r:id="rId21"/>
    <p:sldId id="371" r:id="rId22"/>
    <p:sldId id="359" r:id="rId23"/>
    <p:sldId id="357" r:id="rId24"/>
    <p:sldId id="360" r:id="rId25"/>
    <p:sldId id="361" r:id="rId26"/>
    <p:sldId id="364" r:id="rId27"/>
    <p:sldId id="367" r:id="rId28"/>
    <p:sldId id="350" r:id="rId29"/>
    <p:sldId id="339" r:id="rId30"/>
    <p:sldId id="379" r:id="rId31"/>
    <p:sldId id="368" r:id="rId32"/>
    <p:sldId id="378" r:id="rId33"/>
    <p:sldId id="373" r:id="rId34"/>
    <p:sldId id="374" r:id="rId35"/>
    <p:sldId id="375" r:id="rId36"/>
    <p:sldId id="376" r:id="rId37"/>
    <p:sldId id="377" r:id="rId38"/>
    <p:sldId id="337" r:id="rId3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F23"/>
    <a:srgbClr val="95292B"/>
    <a:srgbClr val="8D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CFAB1-3505-274F-B804-07A36AD60712}" v="102" dt="2025-03-05T02:04:32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3"/>
    <p:restoredTop sz="87746"/>
  </p:normalViewPr>
  <p:slideViewPr>
    <p:cSldViewPr snapToGrid="0">
      <p:cViewPr varScale="1">
        <p:scale>
          <a:sx n="107" d="100"/>
          <a:sy n="107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 SUGAHARA" userId="7e268bc0aae8c9e4" providerId="LiveId" clId="{B49CFAB1-3505-274F-B804-07A36AD60712}"/>
    <pc:docChg chg="undo custSel addSld delSld modSld sldOrd">
      <pc:chgData name="Soma SUGAHARA" userId="7e268bc0aae8c9e4" providerId="LiveId" clId="{B49CFAB1-3505-274F-B804-07A36AD60712}" dt="2025-03-05T02:04:58.300" v="18290" actId="20578"/>
      <pc:docMkLst>
        <pc:docMk/>
      </pc:docMkLst>
      <pc:sldChg chg="modSp mod">
        <pc:chgData name="Soma SUGAHARA" userId="7e268bc0aae8c9e4" providerId="LiveId" clId="{B49CFAB1-3505-274F-B804-07A36AD60712}" dt="2025-03-05T00:57:00.555" v="15251" actId="20577"/>
        <pc:sldMkLst>
          <pc:docMk/>
          <pc:sldMk cId="3927981522" sldId="273"/>
        </pc:sldMkLst>
        <pc:spChg chg="mod">
          <ac:chgData name="Soma SUGAHARA" userId="7e268bc0aae8c9e4" providerId="LiveId" clId="{B49CFAB1-3505-274F-B804-07A36AD60712}" dt="2025-03-05T00:57:00.555" v="15251" actId="20577"/>
          <ac:spMkLst>
            <pc:docMk/>
            <pc:sldMk cId="3927981522" sldId="273"/>
            <ac:spMk id="3" creationId="{9C3F3CFA-8CCF-5996-1FE8-629342B9C3A6}"/>
          </ac:spMkLst>
        </pc:spChg>
      </pc:sldChg>
      <pc:sldChg chg="modSp mod modNotesTx">
        <pc:chgData name="Soma SUGAHARA" userId="7e268bc0aae8c9e4" providerId="LiveId" clId="{B49CFAB1-3505-274F-B804-07A36AD60712}" dt="2025-03-05T00:22:19.193" v="15006" actId="20577"/>
        <pc:sldMkLst>
          <pc:docMk/>
          <pc:sldMk cId="3663313660" sldId="281"/>
        </pc:sldMkLst>
        <pc:spChg chg="mod">
          <ac:chgData name="Soma SUGAHARA" userId="7e268bc0aae8c9e4" providerId="LiveId" clId="{B49CFAB1-3505-274F-B804-07A36AD60712}" dt="2025-03-04T13:41:59.568" v="10973" actId="20577"/>
          <ac:spMkLst>
            <pc:docMk/>
            <pc:sldMk cId="3663313660" sldId="281"/>
            <ac:spMk id="3" creationId="{9B6D3573-C26F-9A51-833C-7B64ACDDA634}"/>
          </ac:spMkLst>
        </pc:spChg>
      </pc:sldChg>
      <pc:sldChg chg="modSp mod modNotesTx">
        <pc:chgData name="Soma SUGAHARA" userId="7e268bc0aae8c9e4" providerId="LiveId" clId="{B49CFAB1-3505-274F-B804-07A36AD60712}" dt="2025-03-05T01:02:24.999" v="15549" actId="20577"/>
        <pc:sldMkLst>
          <pc:docMk/>
          <pc:sldMk cId="2840852514" sldId="338"/>
        </pc:sldMkLst>
        <pc:spChg chg="mod">
          <ac:chgData name="Soma SUGAHARA" userId="7e268bc0aae8c9e4" providerId="LiveId" clId="{B49CFAB1-3505-274F-B804-07A36AD60712}" dt="2025-03-04T23:01:12.724" v="11410" actId="113"/>
          <ac:spMkLst>
            <pc:docMk/>
            <pc:sldMk cId="2840852514" sldId="338"/>
            <ac:spMk id="2" creationId="{891AE9C0-AD5F-DC91-DA05-FEEBC066F51F}"/>
          </ac:spMkLst>
        </pc:spChg>
        <pc:spChg chg="mod">
          <ac:chgData name="Soma SUGAHARA" userId="7e268bc0aae8c9e4" providerId="LiveId" clId="{B49CFAB1-3505-274F-B804-07A36AD60712}" dt="2025-03-05T00:04:05.145" v="14670" actId="1076"/>
          <ac:spMkLst>
            <pc:docMk/>
            <pc:sldMk cId="2840852514" sldId="338"/>
            <ac:spMk id="6" creationId="{7A627557-0675-41C8-9FA1-2F725CEFDDAA}"/>
          </ac:spMkLst>
        </pc:spChg>
        <pc:spChg chg="mod">
          <ac:chgData name="Soma SUGAHARA" userId="7e268bc0aae8c9e4" providerId="LiveId" clId="{B49CFAB1-3505-274F-B804-07A36AD60712}" dt="2025-03-05T00:10:56.143" v="14837" actId="14100"/>
          <ac:spMkLst>
            <pc:docMk/>
            <pc:sldMk cId="2840852514" sldId="338"/>
            <ac:spMk id="7" creationId="{D12CFEA9-F2EC-1C1E-4051-33C15C17CAE7}"/>
          </ac:spMkLst>
        </pc:spChg>
        <pc:spChg chg="mod">
          <ac:chgData name="Soma SUGAHARA" userId="7e268bc0aae8c9e4" providerId="LiveId" clId="{B49CFAB1-3505-274F-B804-07A36AD60712}" dt="2025-03-05T00:07:51.927" v="14678" actId="313"/>
          <ac:spMkLst>
            <pc:docMk/>
            <pc:sldMk cId="2840852514" sldId="338"/>
            <ac:spMk id="8" creationId="{BF06D3A0-B02A-5657-0BC5-F6E219BA0C97}"/>
          </ac:spMkLst>
        </pc:spChg>
        <pc:spChg chg="mod">
          <ac:chgData name="Soma SUGAHARA" userId="7e268bc0aae8c9e4" providerId="LiveId" clId="{B49CFAB1-3505-274F-B804-07A36AD60712}" dt="2025-03-04T13:38:16.794" v="10971" actId="1076"/>
          <ac:spMkLst>
            <pc:docMk/>
            <pc:sldMk cId="2840852514" sldId="338"/>
            <ac:spMk id="23" creationId="{944F0782-F64D-ABE0-D3B9-4CE342CF65CA}"/>
          </ac:spMkLst>
        </pc:spChg>
        <pc:cxnChg chg="mod">
          <ac:chgData name="Soma SUGAHARA" userId="7e268bc0aae8c9e4" providerId="LiveId" clId="{B49CFAB1-3505-274F-B804-07A36AD60712}" dt="2025-03-05T00:04:05.145" v="14670" actId="1076"/>
          <ac:cxnSpMkLst>
            <pc:docMk/>
            <pc:sldMk cId="2840852514" sldId="338"/>
            <ac:cxnSpMk id="13" creationId="{4BFA0E66-527A-590A-D6AC-06F96FCB62AF}"/>
          </ac:cxnSpMkLst>
        </pc:cxnChg>
        <pc:cxnChg chg="mod">
          <ac:chgData name="Soma SUGAHARA" userId="7e268bc0aae8c9e4" providerId="LiveId" clId="{B49CFAB1-3505-274F-B804-07A36AD60712}" dt="2025-03-05T00:10:56.143" v="14837" actId="14100"/>
          <ac:cxnSpMkLst>
            <pc:docMk/>
            <pc:sldMk cId="2840852514" sldId="338"/>
            <ac:cxnSpMk id="14" creationId="{4706EA24-B807-6748-94DB-5679801979CA}"/>
          </ac:cxnSpMkLst>
        </pc:cxnChg>
        <pc:cxnChg chg="mod">
          <ac:chgData name="Soma SUGAHARA" userId="7e268bc0aae8c9e4" providerId="LiveId" clId="{B49CFAB1-3505-274F-B804-07A36AD60712}" dt="2025-03-04T13:38:10.280" v="10969" actId="14100"/>
          <ac:cxnSpMkLst>
            <pc:docMk/>
            <pc:sldMk cId="2840852514" sldId="338"/>
            <ac:cxnSpMk id="17" creationId="{C483C982-67D8-52FF-0DA5-F219CA8DC16F}"/>
          </ac:cxnSpMkLst>
        </pc:cxnChg>
      </pc:sldChg>
      <pc:sldChg chg="modSp mod ord">
        <pc:chgData name="Soma SUGAHARA" userId="7e268bc0aae8c9e4" providerId="LiveId" clId="{B49CFAB1-3505-274F-B804-07A36AD60712}" dt="2025-03-04T22:59:09.961" v="11340" actId="20578"/>
        <pc:sldMkLst>
          <pc:docMk/>
          <pc:sldMk cId="1489355948" sldId="339"/>
        </pc:sldMkLst>
        <pc:spChg chg="mod">
          <ac:chgData name="Soma SUGAHARA" userId="7e268bc0aae8c9e4" providerId="LiveId" clId="{B49CFAB1-3505-274F-B804-07A36AD60712}" dt="2025-03-04T15:11:33.484" v="11133" actId="20577"/>
          <ac:spMkLst>
            <pc:docMk/>
            <pc:sldMk cId="1489355948" sldId="339"/>
            <ac:spMk id="2" creationId="{D1173A44-4107-BEFF-F2A2-24D3257FE27A}"/>
          </ac:spMkLst>
        </pc:spChg>
        <pc:spChg chg="mod">
          <ac:chgData name="Soma SUGAHARA" userId="7e268bc0aae8c9e4" providerId="LiveId" clId="{B49CFAB1-3505-274F-B804-07A36AD60712}" dt="2025-03-04T14:21:22.138" v="11036" actId="20577"/>
          <ac:spMkLst>
            <pc:docMk/>
            <pc:sldMk cId="1489355948" sldId="339"/>
            <ac:spMk id="4" creationId="{4D00F14D-7E7C-7968-128F-46336DABC1E1}"/>
          </ac:spMkLst>
        </pc:spChg>
      </pc:sldChg>
      <pc:sldChg chg="modSp mod modNotesTx">
        <pc:chgData name="Soma SUGAHARA" userId="7e268bc0aae8c9e4" providerId="LiveId" clId="{B49CFAB1-3505-274F-B804-07A36AD60712}" dt="2025-03-05T01:02:40.832" v="15596" actId="20577"/>
        <pc:sldMkLst>
          <pc:docMk/>
          <pc:sldMk cId="1733234949" sldId="340"/>
        </pc:sldMkLst>
        <pc:spChg chg="mod">
          <ac:chgData name="Soma SUGAHARA" userId="7e268bc0aae8c9e4" providerId="LiveId" clId="{B49CFAB1-3505-274F-B804-07A36AD60712}" dt="2025-03-05T00:24:30.108" v="15072" actId="20577"/>
          <ac:spMkLst>
            <pc:docMk/>
            <pc:sldMk cId="1733234949" sldId="340"/>
            <ac:spMk id="2" creationId="{B765F5A5-F704-37F9-77B9-90C76C762E83}"/>
          </ac:spMkLst>
        </pc:spChg>
        <pc:spChg chg="mod">
          <ac:chgData name="Soma SUGAHARA" userId="7e268bc0aae8c9e4" providerId="LiveId" clId="{B49CFAB1-3505-274F-B804-07A36AD60712}" dt="2025-03-05T01:01:09.461" v="15407" actId="20577"/>
          <ac:spMkLst>
            <pc:docMk/>
            <pc:sldMk cId="1733234949" sldId="340"/>
            <ac:spMk id="4" creationId="{B3F99B0C-0FD6-B0E7-AF2B-9C38F95925D9}"/>
          </ac:spMkLst>
        </pc:spChg>
      </pc:sldChg>
      <pc:sldChg chg="modSp mod modNotesTx">
        <pc:chgData name="Soma SUGAHARA" userId="7e268bc0aae8c9e4" providerId="LiveId" clId="{B49CFAB1-3505-274F-B804-07A36AD60712}" dt="2025-03-05T01:04:33.801" v="15690" actId="20577"/>
        <pc:sldMkLst>
          <pc:docMk/>
          <pc:sldMk cId="3972790484" sldId="341"/>
        </pc:sldMkLst>
        <pc:spChg chg="mod">
          <ac:chgData name="Soma SUGAHARA" userId="7e268bc0aae8c9e4" providerId="LiveId" clId="{B49CFAB1-3505-274F-B804-07A36AD60712}" dt="2025-03-05T00:08:01.202" v="14679" actId="313"/>
          <ac:spMkLst>
            <pc:docMk/>
            <pc:sldMk cId="3972790484" sldId="341"/>
            <ac:spMk id="6" creationId="{4CBA9242-86E6-FB4F-FA4E-703D037566D6}"/>
          </ac:spMkLst>
        </pc:spChg>
        <pc:spChg chg="mod">
          <ac:chgData name="Soma SUGAHARA" userId="7e268bc0aae8c9e4" providerId="LiveId" clId="{B49CFAB1-3505-274F-B804-07A36AD60712}" dt="2025-03-05T00:10:27.143" v="14811" actId="14100"/>
          <ac:spMkLst>
            <pc:docMk/>
            <pc:sldMk cId="3972790484" sldId="341"/>
            <ac:spMk id="7" creationId="{F88B8CC2-19D6-86DA-1901-FF8B05BB6BA7}"/>
          </ac:spMkLst>
        </pc:spChg>
        <pc:spChg chg="mod">
          <ac:chgData name="Soma SUGAHARA" userId="7e268bc0aae8c9e4" providerId="LiveId" clId="{B49CFAB1-3505-274F-B804-07A36AD60712}" dt="2025-03-05T00:08:02.245" v="14681" actId="313"/>
          <ac:spMkLst>
            <pc:docMk/>
            <pc:sldMk cId="3972790484" sldId="341"/>
            <ac:spMk id="8" creationId="{33EB3969-E8DD-84EC-77B5-3BF0C7747189}"/>
          </ac:spMkLst>
        </pc:spChg>
        <pc:spChg chg="mod">
          <ac:chgData name="Soma SUGAHARA" userId="7e268bc0aae8c9e4" providerId="LiveId" clId="{B49CFAB1-3505-274F-B804-07A36AD60712}" dt="2025-03-05T00:04:29.860" v="14676" actId="1076"/>
          <ac:spMkLst>
            <pc:docMk/>
            <pc:sldMk cId="3972790484" sldId="341"/>
            <ac:spMk id="14" creationId="{7E03AF36-7074-0185-6722-A0C2AAE4BD4F}"/>
          </ac:spMkLst>
        </pc:spChg>
        <pc:spChg chg="mod">
          <ac:chgData name="Soma SUGAHARA" userId="7e268bc0aae8c9e4" providerId="LiveId" clId="{B49CFAB1-3505-274F-B804-07A36AD60712}" dt="2025-03-05T00:10:32.246" v="14812" actId="1076"/>
          <ac:spMkLst>
            <pc:docMk/>
            <pc:sldMk cId="3972790484" sldId="341"/>
            <ac:spMk id="21" creationId="{4CAFD8E0-2D37-3403-BFB7-79726944FB35}"/>
          </ac:spMkLst>
        </pc:spChg>
        <pc:picChg chg="mod">
          <ac:chgData name="Soma SUGAHARA" userId="7e268bc0aae8c9e4" providerId="LiveId" clId="{B49CFAB1-3505-274F-B804-07A36AD60712}" dt="2025-03-05T00:10:32.246" v="14812" actId="1076"/>
          <ac:picMkLst>
            <pc:docMk/>
            <pc:sldMk cId="3972790484" sldId="341"/>
            <ac:picMk id="10" creationId="{5F1B2ABD-690E-B67C-64A3-B1D1A792C76D}"/>
          </ac:picMkLst>
        </pc:picChg>
        <pc:cxnChg chg="mod">
          <ac:chgData name="Soma SUGAHARA" userId="7e268bc0aae8c9e4" providerId="LiveId" clId="{B49CFAB1-3505-274F-B804-07A36AD60712}" dt="2025-03-05T00:04:16.654" v="14672" actId="1076"/>
          <ac:cxnSpMkLst>
            <pc:docMk/>
            <pc:sldMk cId="3972790484" sldId="341"/>
            <ac:cxnSpMk id="11" creationId="{877AC546-BB94-8937-B901-994408E013EE}"/>
          </ac:cxnSpMkLst>
        </pc:cxnChg>
        <pc:cxnChg chg="mod">
          <ac:chgData name="Soma SUGAHARA" userId="7e268bc0aae8c9e4" providerId="LiveId" clId="{B49CFAB1-3505-274F-B804-07A36AD60712}" dt="2025-03-05T00:10:27.143" v="14811" actId="14100"/>
          <ac:cxnSpMkLst>
            <pc:docMk/>
            <pc:sldMk cId="3972790484" sldId="341"/>
            <ac:cxnSpMk id="12" creationId="{549BEBBB-DD65-E9FF-2AC9-9F815FAA5EC7}"/>
          </ac:cxnSpMkLst>
        </pc:cxnChg>
        <pc:cxnChg chg="mod">
          <ac:chgData name="Soma SUGAHARA" userId="7e268bc0aae8c9e4" providerId="LiveId" clId="{B49CFAB1-3505-274F-B804-07A36AD60712}" dt="2025-03-05T00:04:24.491" v="14674" actId="1076"/>
          <ac:cxnSpMkLst>
            <pc:docMk/>
            <pc:sldMk cId="3972790484" sldId="341"/>
            <ac:cxnSpMk id="13" creationId="{6E1393D7-C2E6-6E7A-67BF-9AA9AF06C90D}"/>
          </ac:cxnSpMkLst>
        </pc:cxnChg>
      </pc:sldChg>
      <pc:sldChg chg="addSp modSp mod modNotesTx">
        <pc:chgData name="Soma SUGAHARA" userId="7e268bc0aae8c9e4" providerId="LiveId" clId="{B49CFAB1-3505-274F-B804-07A36AD60712}" dt="2025-03-05T01:04:27.571" v="15687" actId="20577"/>
        <pc:sldMkLst>
          <pc:docMk/>
          <pc:sldMk cId="3184437302" sldId="342"/>
        </pc:sldMkLst>
        <pc:spChg chg="mod">
          <ac:chgData name="Soma SUGAHARA" userId="7e268bc0aae8c9e4" providerId="LiveId" clId="{B49CFAB1-3505-274F-B804-07A36AD60712}" dt="2025-03-05T00:26:17.533" v="15103" actId="20577"/>
          <ac:spMkLst>
            <pc:docMk/>
            <pc:sldMk cId="3184437302" sldId="342"/>
            <ac:spMk id="2" creationId="{3E263FC6-A6ED-9261-22DB-DF9A3C57BBD5}"/>
          </ac:spMkLst>
        </pc:spChg>
        <pc:spChg chg="add mod">
          <ac:chgData name="Soma SUGAHARA" userId="7e268bc0aae8c9e4" providerId="LiveId" clId="{B49CFAB1-3505-274F-B804-07A36AD60712}" dt="2025-03-04T23:56:33.746" v="13995" actId="1076"/>
          <ac:spMkLst>
            <pc:docMk/>
            <pc:sldMk cId="3184437302" sldId="342"/>
            <ac:spMk id="6" creationId="{0E6AD1CC-54BA-DF97-15FF-33B6E548477A}"/>
          </ac:spMkLst>
        </pc:spChg>
        <pc:spChg chg="add mod">
          <ac:chgData name="Soma SUGAHARA" userId="7e268bc0aae8c9e4" providerId="LiveId" clId="{B49CFAB1-3505-274F-B804-07A36AD60712}" dt="2025-03-04T23:16:49.815" v="12349" actId="207"/>
          <ac:spMkLst>
            <pc:docMk/>
            <pc:sldMk cId="3184437302" sldId="342"/>
            <ac:spMk id="7" creationId="{922EF5F2-8091-FE03-92DB-B47862B16462}"/>
          </ac:spMkLst>
        </pc:spChg>
      </pc:sldChg>
      <pc:sldChg chg="addSp delSp modSp mod modNotesTx">
        <pc:chgData name="Soma SUGAHARA" userId="7e268bc0aae8c9e4" providerId="LiveId" clId="{B49CFAB1-3505-274F-B804-07A36AD60712}" dt="2025-03-05T01:07:39.792" v="15816" actId="20577"/>
        <pc:sldMkLst>
          <pc:docMk/>
          <pc:sldMk cId="750034530" sldId="343"/>
        </pc:sldMkLst>
        <pc:spChg chg="mod">
          <ac:chgData name="Soma SUGAHARA" userId="7e268bc0aae8c9e4" providerId="LiveId" clId="{B49CFAB1-3505-274F-B804-07A36AD60712}" dt="2025-03-04T23:02:27.190" v="11412" actId="404"/>
          <ac:spMkLst>
            <pc:docMk/>
            <pc:sldMk cId="750034530" sldId="343"/>
            <ac:spMk id="2" creationId="{47C68B2F-2B28-D122-3EC2-8BDC9DC26B77}"/>
          </ac:spMkLst>
        </pc:spChg>
        <pc:spChg chg="mod">
          <ac:chgData name="Soma SUGAHARA" userId="7e268bc0aae8c9e4" providerId="LiveId" clId="{B49CFAB1-3505-274F-B804-07A36AD60712}" dt="2025-03-05T00:27:35.727" v="15152" actId="20577"/>
          <ac:spMkLst>
            <pc:docMk/>
            <pc:sldMk cId="750034530" sldId="343"/>
            <ac:spMk id="4" creationId="{8AF8C73A-3F8E-AEF4-819C-F62DB1C033F7}"/>
          </ac:spMkLst>
        </pc:spChg>
        <pc:spChg chg="add del mod">
          <ac:chgData name="Soma SUGAHARA" userId="7e268bc0aae8c9e4" providerId="LiveId" clId="{B49CFAB1-3505-274F-B804-07A36AD60712}" dt="2025-03-04T06:17:02.586" v="3058" actId="478"/>
          <ac:spMkLst>
            <pc:docMk/>
            <pc:sldMk cId="750034530" sldId="343"/>
            <ac:spMk id="6" creationId="{42BFD391-DF38-66D1-35AE-DA2243672FDE}"/>
          </ac:spMkLst>
        </pc:spChg>
        <pc:spChg chg="add mod">
          <ac:chgData name="Soma SUGAHARA" userId="7e268bc0aae8c9e4" providerId="LiveId" clId="{B49CFAB1-3505-274F-B804-07A36AD60712}" dt="2025-03-05T00:29:05.486" v="15226" actId="113"/>
          <ac:spMkLst>
            <pc:docMk/>
            <pc:sldMk cId="750034530" sldId="343"/>
            <ac:spMk id="6" creationId="{B86E9A0E-6127-0269-4227-156CCB724B07}"/>
          </ac:spMkLst>
        </pc:spChg>
        <pc:spChg chg="add mod">
          <ac:chgData name="Soma SUGAHARA" userId="7e268bc0aae8c9e4" providerId="LiveId" clId="{B49CFAB1-3505-274F-B804-07A36AD60712}" dt="2025-03-05T00:29:05.486" v="15226" actId="113"/>
          <ac:spMkLst>
            <pc:docMk/>
            <pc:sldMk cId="750034530" sldId="343"/>
            <ac:spMk id="7" creationId="{562893F3-9AC5-9557-7ED6-422328B72B25}"/>
          </ac:spMkLst>
        </pc:spChg>
        <pc:spChg chg="add del mod">
          <ac:chgData name="Soma SUGAHARA" userId="7e268bc0aae8c9e4" providerId="LiveId" clId="{B49CFAB1-3505-274F-B804-07A36AD60712}" dt="2025-03-04T06:17:02.586" v="3058" actId="478"/>
          <ac:spMkLst>
            <pc:docMk/>
            <pc:sldMk cId="750034530" sldId="343"/>
            <ac:spMk id="7" creationId="{5C3968E2-6ADD-77F7-38A4-EC83251D543D}"/>
          </ac:spMkLst>
        </pc:spChg>
        <pc:spChg chg="add mod">
          <ac:chgData name="Soma SUGAHARA" userId="7e268bc0aae8c9e4" providerId="LiveId" clId="{B49CFAB1-3505-274F-B804-07A36AD60712}" dt="2025-03-04T02:30:42.405" v="1555" actId="1076"/>
          <ac:spMkLst>
            <pc:docMk/>
            <pc:sldMk cId="750034530" sldId="343"/>
            <ac:spMk id="9" creationId="{8FBCA978-46D8-B246-71F1-A83A51DF4292}"/>
          </ac:spMkLst>
        </pc:spChg>
        <pc:spChg chg="add del mod">
          <ac:chgData name="Soma SUGAHARA" userId="7e268bc0aae8c9e4" providerId="LiveId" clId="{B49CFAB1-3505-274F-B804-07A36AD60712}" dt="2025-03-04T06:17:11.021" v="3059" actId="478"/>
          <ac:spMkLst>
            <pc:docMk/>
            <pc:sldMk cId="750034530" sldId="343"/>
            <ac:spMk id="10" creationId="{AEF4CBC5-9504-8B00-F23E-65503D679D23}"/>
          </ac:spMkLst>
        </pc:spChg>
        <pc:spChg chg="add mod">
          <ac:chgData name="Soma SUGAHARA" userId="7e268bc0aae8c9e4" providerId="LiveId" clId="{B49CFAB1-3505-274F-B804-07A36AD60712}" dt="2025-03-05T00:29:49.749" v="15234"/>
          <ac:spMkLst>
            <pc:docMk/>
            <pc:sldMk cId="750034530" sldId="343"/>
            <ac:spMk id="10" creationId="{D3F79306-C86B-6188-86B8-F405893F09D3}"/>
          </ac:spMkLst>
        </pc:spChg>
        <pc:spChg chg="add del mod">
          <ac:chgData name="Soma SUGAHARA" userId="7e268bc0aae8c9e4" providerId="LiveId" clId="{B49CFAB1-3505-274F-B804-07A36AD60712}" dt="2025-03-04T06:17:11.021" v="3059" actId="478"/>
          <ac:spMkLst>
            <pc:docMk/>
            <pc:sldMk cId="750034530" sldId="343"/>
            <ac:spMk id="11" creationId="{964851BB-A368-BAEA-526C-B5D006E4A839}"/>
          </ac:spMkLst>
        </pc:spChg>
        <pc:spChg chg="add del mod">
          <ac:chgData name="Soma SUGAHARA" userId="7e268bc0aae8c9e4" providerId="LiveId" clId="{B49CFAB1-3505-274F-B804-07A36AD60712}" dt="2025-03-04T06:17:02.586" v="3058" actId="478"/>
          <ac:spMkLst>
            <pc:docMk/>
            <pc:sldMk cId="750034530" sldId="343"/>
            <ac:spMk id="12" creationId="{4D5867F3-FC05-6717-4C28-5DA30E52D8E2}"/>
          </ac:spMkLst>
        </pc:spChg>
        <pc:spChg chg="add del mod">
          <ac:chgData name="Soma SUGAHARA" userId="7e268bc0aae8c9e4" providerId="LiveId" clId="{B49CFAB1-3505-274F-B804-07A36AD60712}" dt="2025-03-04T06:17:02.586" v="3058" actId="478"/>
          <ac:spMkLst>
            <pc:docMk/>
            <pc:sldMk cId="750034530" sldId="343"/>
            <ac:spMk id="13" creationId="{EC350507-BBE0-7218-22A3-59FFFFE255C5}"/>
          </ac:spMkLst>
        </pc:spChg>
        <pc:spChg chg="add del mod">
          <ac:chgData name="Soma SUGAHARA" userId="7e268bc0aae8c9e4" providerId="LiveId" clId="{B49CFAB1-3505-274F-B804-07A36AD60712}" dt="2025-03-04T02:25:12.145" v="1246"/>
          <ac:spMkLst>
            <pc:docMk/>
            <pc:sldMk cId="750034530" sldId="343"/>
            <ac:spMk id="14" creationId="{153EF6AF-6E73-737C-16F5-BF0443B83A0E}"/>
          </ac:spMkLst>
        </pc:spChg>
        <pc:picChg chg="add mod modCrop">
          <ac:chgData name="Soma SUGAHARA" userId="7e268bc0aae8c9e4" providerId="LiveId" clId="{B49CFAB1-3505-274F-B804-07A36AD60712}" dt="2025-03-04T06:17:34.563" v="3066" actId="1076"/>
          <ac:picMkLst>
            <pc:docMk/>
            <pc:sldMk cId="750034530" sldId="343"/>
            <ac:picMk id="8" creationId="{47070AC6-EA91-7726-1F1C-51B0BE559A65}"/>
          </ac:picMkLst>
        </pc:picChg>
        <pc:picChg chg="add del mod modCrop">
          <ac:chgData name="Soma SUGAHARA" userId="7e268bc0aae8c9e4" providerId="LiveId" clId="{B49CFAB1-3505-274F-B804-07A36AD60712}" dt="2025-03-04T02:22:49.084" v="1230" actId="478"/>
          <ac:picMkLst>
            <pc:docMk/>
            <pc:sldMk cId="750034530" sldId="343"/>
            <ac:picMk id="8" creationId="{B88B2143-4479-1146-6114-6C86F5609D0B}"/>
          </ac:picMkLst>
        </pc:picChg>
      </pc:sldChg>
      <pc:sldChg chg="addSp modSp mod modNotesTx">
        <pc:chgData name="Soma SUGAHARA" userId="7e268bc0aae8c9e4" providerId="LiveId" clId="{B49CFAB1-3505-274F-B804-07A36AD60712}" dt="2025-03-05T01:07:55.482" v="15879" actId="20577"/>
        <pc:sldMkLst>
          <pc:docMk/>
          <pc:sldMk cId="47442130" sldId="344"/>
        </pc:sldMkLst>
        <pc:spChg chg="mod">
          <ac:chgData name="Soma SUGAHARA" userId="7e268bc0aae8c9e4" providerId="LiveId" clId="{B49CFAB1-3505-274F-B804-07A36AD60712}" dt="2025-03-05T00:57:44.724" v="15323" actId="20577"/>
          <ac:spMkLst>
            <pc:docMk/>
            <pc:sldMk cId="47442130" sldId="344"/>
            <ac:spMk id="2" creationId="{782C197F-102D-73F8-3DAD-399D1D2B6232}"/>
          </ac:spMkLst>
        </pc:spChg>
        <pc:spChg chg="add mod">
          <ac:chgData name="Soma SUGAHARA" userId="7e268bc0aae8c9e4" providerId="LiveId" clId="{B49CFAB1-3505-274F-B804-07A36AD60712}" dt="2025-03-04T23:05:45.430" v="11685" actId="1076"/>
          <ac:spMkLst>
            <pc:docMk/>
            <pc:sldMk cId="47442130" sldId="344"/>
            <ac:spMk id="6" creationId="{D1E79223-32B6-7822-0040-48D9716701AC}"/>
          </ac:spMkLst>
        </pc:spChg>
        <pc:spChg chg="add mod">
          <ac:chgData name="Soma SUGAHARA" userId="7e268bc0aae8c9e4" providerId="LiveId" clId="{B49CFAB1-3505-274F-B804-07A36AD60712}" dt="2025-03-04T23:03:27.052" v="11430" actId="1076"/>
          <ac:spMkLst>
            <pc:docMk/>
            <pc:sldMk cId="47442130" sldId="344"/>
            <ac:spMk id="7" creationId="{23645C61-8398-E507-9DD2-4B03ABA5C674}"/>
          </ac:spMkLst>
        </pc:spChg>
        <pc:spChg chg="add mod">
          <ac:chgData name="Soma SUGAHARA" userId="7e268bc0aae8c9e4" providerId="LiveId" clId="{B49CFAB1-3505-274F-B804-07A36AD60712}" dt="2025-03-04T23:03:32.900" v="11431" actId="1076"/>
          <ac:spMkLst>
            <pc:docMk/>
            <pc:sldMk cId="47442130" sldId="344"/>
            <ac:spMk id="8" creationId="{9B7E6C4E-4E07-D730-D25E-13DBB67B2DFE}"/>
          </ac:spMkLst>
        </pc:spChg>
        <pc:spChg chg="add mod">
          <ac:chgData name="Soma SUGAHARA" userId="7e268bc0aae8c9e4" providerId="LiveId" clId="{B49CFAB1-3505-274F-B804-07A36AD60712}" dt="2025-03-04T23:05:40.852" v="11683" actId="1076"/>
          <ac:spMkLst>
            <pc:docMk/>
            <pc:sldMk cId="47442130" sldId="344"/>
            <ac:spMk id="9" creationId="{80109C18-6C2D-FBA4-9CB8-3B86A16E407A}"/>
          </ac:spMkLst>
        </pc:spChg>
      </pc:sldChg>
      <pc:sldChg chg="modSp del mod modShow">
        <pc:chgData name="Soma SUGAHARA" userId="7e268bc0aae8c9e4" providerId="LiveId" clId="{B49CFAB1-3505-274F-B804-07A36AD60712}" dt="2025-03-04T13:25:49.872" v="10746" actId="2696"/>
        <pc:sldMkLst>
          <pc:docMk/>
          <pc:sldMk cId="4294072667" sldId="345"/>
        </pc:sldMkLst>
        <pc:spChg chg="mod">
          <ac:chgData name="Soma SUGAHARA" userId="7e268bc0aae8c9e4" providerId="LiveId" clId="{B49CFAB1-3505-274F-B804-07A36AD60712}" dt="2025-03-04T06:19:25.767" v="3140" actId="20577"/>
          <ac:spMkLst>
            <pc:docMk/>
            <pc:sldMk cId="4294072667" sldId="345"/>
            <ac:spMk id="2" creationId="{CC7DFE13-7E3E-4173-8B40-8562F836F045}"/>
          </ac:spMkLst>
        </pc:spChg>
      </pc:sldChg>
      <pc:sldChg chg="addSp modSp mod ord modNotesTx">
        <pc:chgData name="Soma SUGAHARA" userId="7e268bc0aae8c9e4" providerId="LiveId" clId="{B49CFAB1-3505-274F-B804-07A36AD60712}" dt="2025-03-05T01:12:18.055" v="16037" actId="20577"/>
        <pc:sldMkLst>
          <pc:docMk/>
          <pc:sldMk cId="4228232766" sldId="346"/>
        </pc:sldMkLst>
        <pc:spChg chg="mod">
          <ac:chgData name="Soma SUGAHARA" userId="7e268bc0aae8c9e4" providerId="LiveId" clId="{B49CFAB1-3505-274F-B804-07A36AD60712}" dt="2025-03-04T02:55:28.233" v="3027" actId="20577"/>
          <ac:spMkLst>
            <pc:docMk/>
            <pc:sldMk cId="4228232766" sldId="346"/>
            <ac:spMk id="2" creationId="{27BF234A-1427-6B01-9285-0849344F521B}"/>
          </ac:spMkLst>
        </pc:spChg>
        <pc:spChg chg="mod">
          <ac:chgData name="Soma SUGAHARA" userId="7e268bc0aae8c9e4" providerId="LiveId" clId="{B49CFAB1-3505-274F-B804-07A36AD60712}" dt="2025-03-04T06:27:47.386" v="3180" actId="207"/>
          <ac:spMkLst>
            <pc:docMk/>
            <pc:sldMk cId="4228232766" sldId="346"/>
            <ac:spMk id="4" creationId="{E2F23238-F5EA-D08F-F015-D8CAE9C2ACF6}"/>
          </ac:spMkLst>
        </pc:spChg>
        <pc:spChg chg="mod">
          <ac:chgData name="Soma SUGAHARA" userId="7e268bc0aae8c9e4" providerId="LiveId" clId="{B49CFAB1-3505-274F-B804-07A36AD60712}" dt="2025-03-04T02:46:39.658" v="2514" actId="20577"/>
          <ac:spMkLst>
            <pc:docMk/>
            <pc:sldMk cId="4228232766" sldId="346"/>
            <ac:spMk id="5" creationId="{31DFD02A-02F5-61F5-2F4C-C5ABC6E3D5FB}"/>
          </ac:spMkLst>
        </pc:spChg>
        <pc:spChg chg="add mod">
          <ac:chgData name="Soma SUGAHARA" userId="7e268bc0aae8c9e4" providerId="LiveId" clId="{B49CFAB1-3505-274F-B804-07A36AD60712}" dt="2025-03-05T00:29:26.435" v="15231" actId="1076"/>
          <ac:spMkLst>
            <pc:docMk/>
            <pc:sldMk cId="4228232766" sldId="346"/>
            <ac:spMk id="6" creationId="{E53681DA-1685-B57B-CAA8-1E4A9381984F}"/>
          </ac:spMkLst>
        </pc:spChg>
        <pc:spChg chg="add mod">
          <ac:chgData name="Soma SUGAHARA" userId="7e268bc0aae8c9e4" providerId="LiveId" clId="{B49CFAB1-3505-274F-B804-07A36AD60712}" dt="2025-03-05T00:29:30.253" v="15232" actId="1076"/>
          <ac:spMkLst>
            <pc:docMk/>
            <pc:sldMk cId="4228232766" sldId="346"/>
            <ac:spMk id="8" creationId="{39D762EA-DEB7-3A78-9F40-CED60FBB49E7}"/>
          </ac:spMkLst>
        </pc:spChg>
        <pc:spChg chg="add mod">
          <ac:chgData name="Soma SUGAHARA" userId="7e268bc0aae8c9e4" providerId="LiveId" clId="{B49CFAB1-3505-274F-B804-07A36AD60712}" dt="2025-03-05T00:08:15.946" v="14685" actId="313"/>
          <ac:spMkLst>
            <pc:docMk/>
            <pc:sldMk cId="4228232766" sldId="346"/>
            <ac:spMk id="9" creationId="{4AAEADFE-DB0A-AABA-19FD-E590D9605EDF}"/>
          </ac:spMkLst>
        </pc:spChg>
        <pc:spChg chg="add mod">
          <ac:chgData name="Soma SUGAHARA" userId="7e268bc0aae8c9e4" providerId="LiveId" clId="{B49CFAB1-3505-274F-B804-07A36AD60712}" dt="2025-03-05T00:29:59.437" v="15235"/>
          <ac:spMkLst>
            <pc:docMk/>
            <pc:sldMk cId="4228232766" sldId="346"/>
            <ac:spMk id="10" creationId="{D0537689-D341-CBB1-2228-635A6D580FD9}"/>
          </ac:spMkLst>
        </pc:spChg>
        <pc:picChg chg="add mod">
          <ac:chgData name="Soma SUGAHARA" userId="7e268bc0aae8c9e4" providerId="LiveId" clId="{B49CFAB1-3505-274F-B804-07A36AD60712}" dt="2025-03-05T00:29:17.977" v="15229" actId="1076"/>
          <ac:picMkLst>
            <pc:docMk/>
            <pc:sldMk cId="4228232766" sldId="346"/>
            <ac:picMk id="7" creationId="{DDE1BB9D-CB7E-7FF5-6957-5F30FF5471DF}"/>
          </ac:picMkLst>
        </pc:picChg>
      </pc:sldChg>
      <pc:sldChg chg="modSp mod modNotesTx">
        <pc:chgData name="Soma SUGAHARA" userId="7e268bc0aae8c9e4" providerId="LiveId" clId="{B49CFAB1-3505-274F-B804-07A36AD60712}" dt="2025-03-05T01:16:29.596" v="16105" actId="20577"/>
        <pc:sldMkLst>
          <pc:docMk/>
          <pc:sldMk cId="449593272" sldId="347"/>
        </pc:sldMkLst>
        <pc:spChg chg="mod">
          <ac:chgData name="Soma SUGAHARA" userId="7e268bc0aae8c9e4" providerId="LiveId" clId="{B49CFAB1-3505-274F-B804-07A36AD60712}" dt="2025-03-04T23:58:50.996" v="14111" actId="20577"/>
          <ac:spMkLst>
            <pc:docMk/>
            <pc:sldMk cId="449593272" sldId="347"/>
            <ac:spMk id="2" creationId="{A0310154-D6C6-65F3-B961-D506B7641212}"/>
          </ac:spMkLst>
        </pc:spChg>
        <pc:spChg chg="mod">
          <ac:chgData name="Soma SUGAHARA" userId="7e268bc0aae8c9e4" providerId="LiveId" clId="{B49CFAB1-3505-274F-B804-07A36AD60712}" dt="2025-03-04T06:29:49.548" v="3285" actId="20577"/>
          <ac:spMkLst>
            <pc:docMk/>
            <pc:sldMk cId="449593272" sldId="347"/>
            <ac:spMk id="4" creationId="{28C7B078-EA81-66E7-A3B6-529F4B02E96F}"/>
          </ac:spMkLst>
        </pc:spChg>
      </pc:sldChg>
      <pc:sldChg chg="addSp delSp modSp mod modNotesTx">
        <pc:chgData name="Soma SUGAHARA" userId="7e268bc0aae8c9e4" providerId="LiveId" clId="{B49CFAB1-3505-274F-B804-07A36AD60712}" dt="2025-03-05T01:17:02.081" v="16257" actId="20577"/>
        <pc:sldMkLst>
          <pc:docMk/>
          <pc:sldMk cId="821690144" sldId="348"/>
        </pc:sldMkLst>
        <pc:spChg chg="mod">
          <ac:chgData name="Soma SUGAHARA" userId="7e268bc0aae8c9e4" providerId="LiveId" clId="{B49CFAB1-3505-274F-B804-07A36AD60712}" dt="2025-03-04T08:20:31.162" v="4205" actId="20577"/>
          <ac:spMkLst>
            <pc:docMk/>
            <pc:sldMk cId="821690144" sldId="348"/>
            <ac:spMk id="2" creationId="{85F7D71B-4CDE-3A53-C295-ED9933B297F5}"/>
          </ac:spMkLst>
        </pc:spChg>
        <pc:spChg chg="add del">
          <ac:chgData name="Soma SUGAHARA" userId="7e268bc0aae8c9e4" providerId="LiveId" clId="{B49CFAB1-3505-274F-B804-07A36AD60712}" dt="2025-03-04T11:22:11.191" v="5444" actId="478"/>
          <ac:spMkLst>
            <pc:docMk/>
            <pc:sldMk cId="821690144" sldId="348"/>
            <ac:spMk id="6" creationId="{79D2BF1B-CC9B-79BC-C19B-9CB5D87E1BBF}"/>
          </ac:spMkLst>
        </pc:spChg>
        <pc:picChg chg="add mod">
          <ac:chgData name="Soma SUGAHARA" userId="7e268bc0aae8c9e4" providerId="LiveId" clId="{B49CFAB1-3505-274F-B804-07A36AD60712}" dt="2025-03-04T08:20:47.251" v="4207" actId="1076"/>
          <ac:picMkLst>
            <pc:docMk/>
            <pc:sldMk cId="821690144" sldId="348"/>
            <ac:picMk id="7" creationId="{279F062E-1960-A6BA-F193-CB44F15DBAA4}"/>
          </ac:picMkLst>
        </pc:picChg>
      </pc:sldChg>
      <pc:sldChg chg="addSp modSp mod modNotesTx">
        <pc:chgData name="Soma SUGAHARA" userId="7e268bc0aae8c9e4" providerId="LiveId" clId="{B49CFAB1-3505-274F-B804-07A36AD60712}" dt="2025-03-05T01:38:50.280" v="16880" actId="20577"/>
        <pc:sldMkLst>
          <pc:docMk/>
          <pc:sldMk cId="1286027218" sldId="349"/>
        </pc:sldMkLst>
        <pc:spChg chg="mod">
          <ac:chgData name="Soma SUGAHARA" userId="7e268bc0aae8c9e4" providerId="LiveId" clId="{B49CFAB1-3505-274F-B804-07A36AD60712}" dt="2025-03-05T01:38:35.679" v="16850" actId="20577"/>
          <ac:spMkLst>
            <pc:docMk/>
            <pc:sldMk cId="1286027218" sldId="349"/>
            <ac:spMk id="2" creationId="{7A784157-27D9-54A0-3047-C2164BE0ADCC}"/>
          </ac:spMkLst>
        </pc:spChg>
        <pc:spChg chg="mod">
          <ac:chgData name="Soma SUGAHARA" userId="7e268bc0aae8c9e4" providerId="LiveId" clId="{B49CFAB1-3505-274F-B804-07A36AD60712}" dt="2025-03-05T01:38:37.635" v="16854" actId="20577"/>
          <ac:spMkLst>
            <pc:docMk/>
            <pc:sldMk cId="1286027218" sldId="349"/>
            <ac:spMk id="4" creationId="{EF06324E-B9C6-A425-FB84-26BDAF8CC03E}"/>
          </ac:spMkLst>
        </pc:spChg>
        <pc:spChg chg="add mod">
          <ac:chgData name="Soma SUGAHARA" userId="7e268bc0aae8c9e4" providerId="LiveId" clId="{B49CFAB1-3505-274F-B804-07A36AD60712}" dt="2025-03-04T23:57:56.672" v="14072" actId="1076"/>
          <ac:spMkLst>
            <pc:docMk/>
            <pc:sldMk cId="1286027218" sldId="349"/>
            <ac:spMk id="8" creationId="{C7885BC3-B8D7-1613-521A-77DA7C75819E}"/>
          </ac:spMkLst>
        </pc:spChg>
        <pc:spChg chg="add mod">
          <ac:chgData name="Soma SUGAHARA" userId="7e268bc0aae8c9e4" providerId="LiveId" clId="{B49CFAB1-3505-274F-B804-07A36AD60712}" dt="2025-03-05T01:38:50.280" v="16880" actId="20577"/>
          <ac:spMkLst>
            <pc:docMk/>
            <pc:sldMk cId="1286027218" sldId="349"/>
            <ac:spMk id="9" creationId="{25C3E30E-F0E4-3D63-BEA7-FCA2E1E822BD}"/>
          </ac:spMkLst>
        </pc:spChg>
        <pc:spChg chg="add mod">
          <ac:chgData name="Soma SUGAHARA" userId="7e268bc0aae8c9e4" providerId="LiveId" clId="{B49CFAB1-3505-274F-B804-07A36AD60712}" dt="2025-03-04T23:57:37.570" v="14067" actId="1076"/>
          <ac:spMkLst>
            <pc:docMk/>
            <pc:sldMk cId="1286027218" sldId="349"/>
            <ac:spMk id="10" creationId="{EC0DE912-5D78-1CBB-6B00-5A91A410E487}"/>
          </ac:spMkLst>
        </pc:spChg>
        <pc:graphicFrameChg chg="add mod modGraphic">
          <ac:chgData name="Soma SUGAHARA" userId="7e268bc0aae8c9e4" providerId="LiveId" clId="{B49CFAB1-3505-274F-B804-07A36AD60712}" dt="2025-03-05T00:10:13.086" v="14810" actId="14100"/>
          <ac:graphicFrameMkLst>
            <pc:docMk/>
            <pc:sldMk cId="1286027218" sldId="349"/>
            <ac:graphicFrameMk id="6" creationId="{73B35B97-5905-17BE-4140-E2597B7331C2}"/>
          </ac:graphicFrameMkLst>
        </pc:graphicFrameChg>
        <pc:graphicFrameChg chg="add mod modGraphic">
          <ac:chgData name="Soma SUGAHARA" userId="7e268bc0aae8c9e4" providerId="LiveId" clId="{B49CFAB1-3505-274F-B804-07A36AD60712}" dt="2025-03-05T00:08:31.065" v="14708" actId="313"/>
          <ac:graphicFrameMkLst>
            <pc:docMk/>
            <pc:sldMk cId="1286027218" sldId="349"/>
            <ac:graphicFrameMk id="7" creationId="{26C7622D-56C1-6E12-15AB-A39501E16E70}"/>
          </ac:graphicFrameMkLst>
        </pc:graphicFrameChg>
      </pc:sldChg>
      <pc:sldChg chg="del">
        <pc:chgData name="Soma SUGAHARA" userId="7e268bc0aae8c9e4" providerId="LiveId" clId="{B49CFAB1-3505-274F-B804-07A36AD60712}" dt="2025-03-04T08:21:19.196" v="4208" actId="2696"/>
        <pc:sldMkLst>
          <pc:docMk/>
          <pc:sldMk cId="1086332019" sldId="351"/>
        </pc:sldMkLst>
      </pc:sldChg>
      <pc:sldChg chg="addSp delSp modSp new mod modNotesTx">
        <pc:chgData name="Soma SUGAHARA" userId="7e268bc0aae8c9e4" providerId="LiveId" clId="{B49CFAB1-3505-274F-B804-07A36AD60712}" dt="2025-03-05T01:10:16.221" v="15962" actId="20577"/>
        <pc:sldMkLst>
          <pc:docMk/>
          <pc:sldMk cId="1851674360" sldId="352"/>
        </pc:sldMkLst>
        <pc:spChg chg="mod">
          <ac:chgData name="Soma SUGAHARA" userId="7e268bc0aae8c9e4" providerId="LiveId" clId="{B49CFAB1-3505-274F-B804-07A36AD60712}" dt="2025-03-04T15:15:11.446" v="11232" actId="20577"/>
          <ac:spMkLst>
            <pc:docMk/>
            <pc:sldMk cId="1851674360" sldId="352"/>
            <ac:spMk id="2" creationId="{43ED97B3-C7EA-1295-5481-14198BB4A927}"/>
          </ac:spMkLst>
        </pc:spChg>
        <pc:spChg chg="mod">
          <ac:chgData name="Soma SUGAHARA" userId="7e268bc0aae8c9e4" providerId="LiveId" clId="{B49CFAB1-3505-274F-B804-07A36AD60712}" dt="2025-03-04T02:46:50.128" v="2552" actId="20577"/>
          <ac:spMkLst>
            <pc:docMk/>
            <pc:sldMk cId="1851674360" sldId="352"/>
            <ac:spMk id="4" creationId="{612A5739-5B04-FB6A-94EC-2DEACE6FBCD9}"/>
          </ac:spMkLst>
        </pc:spChg>
        <pc:spChg chg="mod">
          <ac:chgData name="Soma SUGAHARA" userId="7e268bc0aae8c9e4" providerId="LiveId" clId="{B49CFAB1-3505-274F-B804-07A36AD60712}" dt="2025-03-04T02:46:44.470" v="2527" actId="20577"/>
          <ac:spMkLst>
            <pc:docMk/>
            <pc:sldMk cId="1851674360" sldId="352"/>
            <ac:spMk id="5" creationId="{AE74DCF6-40B9-129E-DDEA-C2482A7ABEFA}"/>
          </ac:spMkLst>
        </pc:spChg>
        <pc:spChg chg="add mod">
          <ac:chgData name="Soma SUGAHARA" userId="7e268bc0aae8c9e4" providerId="LiveId" clId="{B49CFAB1-3505-274F-B804-07A36AD60712}" dt="2025-03-04T15:09:54.465" v="11105" actId="20577"/>
          <ac:spMkLst>
            <pc:docMk/>
            <pc:sldMk cId="1851674360" sldId="352"/>
            <ac:spMk id="6" creationId="{B02F360C-A26E-8DA6-DF31-E52D665CED59}"/>
          </ac:spMkLst>
        </pc:spChg>
        <pc:spChg chg="add mod">
          <ac:chgData name="Soma SUGAHARA" userId="7e268bc0aae8c9e4" providerId="LiveId" clId="{B49CFAB1-3505-274F-B804-07A36AD60712}" dt="2025-03-04T15:10:00.893" v="11108" actId="20577"/>
          <ac:spMkLst>
            <pc:docMk/>
            <pc:sldMk cId="1851674360" sldId="352"/>
            <ac:spMk id="7" creationId="{CF937DC3-2B3E-FB99-FCA0-F7238B4133FD}"/>
          </ac:spMkLst>
        </pc:spChg>
        <pc:spChg chg="add mod">
          <ac:chgData name="Soma SUGAHARA" userId="7e268bc0aae8c9e4" providerId="LiveId" clId="{B49CFAB1-3505-274F-B804-07A36AD60712}" dt="2025-03-04T15:10:12.979" v="11115" actId="20577"/>
          <ac:spMkLst>
            <pc:docMk/>
            <pc:sldMk cId="1851674360" sldId="352"/>
            <ac:spMk id="8" creationId="{A4E02549-826E-AFC6-54B2-EB15063BDFC4}"/>
          </ac:spMkLst>
        </pc:spChg>
        <pc:spChg chg="add mod">
          <ac:chgData name="Soma SUGAHARA" userId="7e268bc0aae8c9e4" providerId="LiveId" clId="{B49CFAB1-3505-274F-B804-07A36AD60712}" dt="2025-03-04T15:10:09.104" v="11113" actId="14100"/>
          <ac:spMkLst>
            <pc:docMk/>
            <pc:sldMk cId="1851674360" sldId="352"/>
            <ac:spMk id="9" creationId="{E4C8190D-4DA5-C125-84FF-35BEEF58D162}"/>
          </ac:spMkLst>
        </pc:spChg>
        <pc:spChg chg="add mod">
          <ac:chgData name="Soma SUGAHARA" userId="7e268bc0aae8c9e4" providerId="LiveId" clId="{B49CFAB1-3505-274F-B804-07A36AD60712}" dt="2025-03-05T01:10:16.221" v="15962" actId="20577"/>
          <ac:spMkLst>
            <pc:docMk/>
            <pc:sldMk cId="1851674360" sldId="352"/>
            <ac:spMk id="10" creationId="{1E8EB76D-CC6E-0095-8872-299D795F9810}"/>
          </ac:spMkLst>
        </pc:spChg>
        <pc:spChg chg="add del mod">
          <ac:chgData name="Soma SUGAHARA" userId="7e268bc0aae8c9e4" providerId="LiveId" clId="{B49CFAB1-3505-274F-B804-07A36AD60712}" dt="2025-03-04T02:51:36.969" v="2915" actId="478"/>
          <ac:spMkLst>
            <pc:docMk/>
            <pc:sldMk cId="1851674360" sldId="352"/>
            <ac:spMk id="11" creationId="{38E26590-D2B3-FE9C-D5F8-DF9BEB68E853}"/>
          </ac:spMkLst>
        </pc:spChg>
        <pc:spChg chg="add mod">
          <ac:chgData name="Soma SUGAHARA" userId="7e268bc0aae8c9e4" providerId="LiveId" clId="{B49CFAB1-3505-274F-B804-07A36AD60712}" dt="2025-03-04T02:51:45.954" v="2918" actId="1582"/>
          <ac:spMkLst>
            <pc:docMk/>
            <pc:sldMk cId="1851674360" sldId="352"/>
            <ac:spMk id="12" creationId="{FAAF0786-FB84-0EE9-58D4-238020C87F8C}"/>
          </ac:spMkLst>
        </pc:spChg>
        <pc:spChg chg="add mod">
          <ac:chgData name="Soma SUGAHARA" userId="7e268bc0aae8c9e4" providerId="LiveId" clId="{B49CFAB1-3505-274F-B804-07A36AD60712}" dt="2025-03-04T02:52:56.116" v="2951" actId="122"/>
          <ac:spMkLst>
            <pc:docMk/>
            <pc:sldMk cId="1851674360" sldId="352"/>
            <ac:spMk id="13" creationId="{71632002-3EBD-80E2-F716-408E941CE32C}"/>
          </ac:spMkLst>
        </pc:spChg>
        <pc:spChg chg="add mod">
          <ac:chgData name="Soma SUGAHARA" userId="7e268bc0aae8c9e4" providerId="LiveId" clId="{B49CFAB1-3505-274F-B804-07A36AD60712}" dt="2025-03-04T02:53:38.324" v="3007" actId="208"/>
          <ac:spMkLst>
            <pc:docMk/>
            <pc:sldMk cId="1851674360" sldId="352"/>
            <ac:spMk id="14" creationId="{0C06A1ED-46FA-D1B8-82BC-CCEA02D1405C}"/>
          </ac:spMkLst>
        </pc:spChg>
        <pc:spChg chg="add mod">
          <ac:chgData name="Soma SUGAHARA" userId="7e268bc0aae8c9e4" providerId="LiveId" clId="{B49CFAB1-3505-274F-B804-07A36AD60712}" dt="2025-03-04T15:16:53.074" v="11280" actId="20577"/>
          <ac:spMkLst>
            <pc:docMk/>
            <pc:sldMk cId="1851674360" sldId="352"/>
            <ac:spMk id="15" creationId="{F6E899AA-854A-B7E5-35EF-6ECEC9D7D9A3}"/>
          </ac:spMkLst>
        </pc:spChg>
        <pc:cxnChg chg="add mod">
          <ac:chgData name="Soma SUGAHARA" userId="7e268bc0aae8c9e4" providerId="LiveId" clId="{B49CFAB1-3505-274F-B804-07A36AD60712}" dt="2025-03-04T02:53:35.108" v="3006" actId="208"/>
          <ac:cxnSpMkLst>
            <pc:docMk/>
            <pc:sldMk cId="1851674360" sldId="352"/>
            <ac:cxnSpMk id="17" creationId="{91842DEA-7DCA-68FF-9774-47C676E6CCF6}"/>
          </ac:cxnSpMkLst>
        </pc:cxnChg>
        <pc:cxnChg chg="add mod">
          <ac:chgData name="Soma SUGAHARA" userId="7e268bc0aae8c9e4" providerId="LiveId" clId="{B49CFAB1-3505-274F-B804-07A36AD60712}" dt="2025-03-04T02:53:51.970" v="3012" actId="208"/>
          <ac:cxnSpMkLst>
            <pc:docMk/>
            <pc:sldMk cId="1851674360" sldId="352"/>
            <ac:cxnSpMk id="18" creationId="{0335C087-696A-4E9A-0851-2BBED378C88F}"/>
          </ac:cxnSpMkLst>
        </pc:cxnChg>
      </pc:sldChg>
      <pc:sldChg chg="new del">
        <pc:chgData name="Soma SUGAHARA" userId="7e268bc0aae8c9e4" providerId="LiveId" clId="{B49CFAB1-3505-274F-B804-07A36AD60712}" dt="2025-03-02T04:23:21.027" v="457" actId="2696"/>
        <pc:sldMkLst>
          <pc:docMk/>
          <pc:sldMk cId="4080523376" sldId="352"/>
        </pc:sldMkLst>
      </pc:sldChg>
      <pc:sldChg chg="addSp delSp modSp new del mod">
        <pc:chgData name="Soma SUGAHARA" userId="7e268bc0aae8c9e4" providerId="LiveId" clId="{B49CFAB1-3505-274F-B804-07A36AD60712}" dt="2025-03-04T13:50:17.719" v="10974" actId="2696"/>
        <pc:sldMkLst>
          <pc:docMk/>
          <pc:sldMk cId="825515789" sldId="353"/>
        </pc:sldMkLst>
        <pc:spChg chg="mod">
          <ac:chgData name="Soma SUGAHARA" userId="7e268bc0aae8c9e4" providerId="LiveId" clId="{B49CFAB1-3505-274F-B804-07A36AD60712}" dt="2025-03-04T06:42:38.700" v="4133" actId="404"/>
          <ac:spMkLst>
            <pc:docMk/>
            <pc:sldMk cId="825515789" sldId="353"/>
            <ac:spMk id="2" creationId="{420876D4-F347-F895-C0E2-4A5115E32E5A}"/>
          </ac:spMkLst>
        </pc:spChg>
        <pc:spChg chg="mod">
          <ac:chgData name="Soma SUGAHARA" userId="7e268bc0aae8c9e4" providerId="LiveId" clId="{B49CFAB1-3505-274F-B804-07A36AD60712}" dt="2025-03-04T06:35:30.256" v="3770" actId="20577"/>
          <ac:spMkLst>
            <pc:docMk/>
            <pc:sldMk cId="825515789" sldId="353"/>
            <ac:spMk id="4" creationId="{41D03755-46D6-571C-358F-A6BEFCACA9E6}"/>
          </ac:spMkLst>
        </pc:spChg>
        <pc:spChg chg="del">
          <ac:chgData name="Soma SUGAHARA" userId="7e268bc0aae8c9e4" providerId="LiveId" clId="{B49CFAB1-3505-274F-B804-07A36AD60712}" dt="2025-03-04T06:42:07.782" v="4105"/>
          <ac:spMkLst>
            <pc:docMk/>
            <pc:sldMk cId="825515789" sldId="353"/>
            <ac:spMk id="5" creationId="{A17389BF-CC2A-71FA-B7B9-F098481DA11C}"/>
          </ac:spMkLst>
        </pc:spChg>
        <pc:picChg chg="add mod">
          <ac:chgData name="Soma SUGAHARA" userId="7e268bc0aae8c9e4" providerId="LiveId" clId="{B49CFAB1-3505-274F-B804-07A36AD60712}" dt="2025-03-04T06:42:46.466" v="4134" actId="1076"/>
          <ac:picMkLst>
            <pc:docMk/>
            <pc:sldMk cId="825515789" sldId="353"/>
            <ac:picMk id="7" creationId="{AA41DFCC-9B44-3A7D-B660-43C51758BE0C}"/>
          </ac:picMkLst>
        </pc:picChg>
      </pc:sldChg>
      <pc:sldChg chg="addSp delSp modSp new mod modNotesTx">
        <pc:chgData name="Soma SUGAHARA" userId="7e268bc0aae8c9e4" providerId="LiveId" clId="{B49CFAB1-3505-274F-B804-07A36AD60712}" dt="2025-03-05T01:38:29.064" v="16847" actId="20577"/>
        <pc:sldMkLst>
          <pc:docMk/>
          <pc:sldMk cId="2906348530" sldId="354"/>
        </pc:sldMkLst>
        <pc:spChg chg="mod">
          <ac:chgData name="Soma SUGAHARA" userId="7e268bc0aae8c9e4" providerId="LiveId" clId="{B49CFAB1-3505-274F-B804-07A36AD60712}" dt="2025-03-05T01:38:29.064" v="16847" actId="20577"/>
          <ac:spMkLst>
            <pc:docMk/>
            <pc:sldMk cId="2906348530" sldId="354"/>
            <ac:spMk id="2" creationId="{9D06F8BF-DAD1-9E1D-2458-0E61A302C525}"/>
          </ac:spMkLst>
        </pc:spChg>
        <pc:spChg chg="mod">
          <ac:chgData name="Soma SUGAHARA" userId="7e268bc0aae8c9e4" providerId="LiveId" clId="{B49CFAB1-3505-274F-B804-07A36AD60712}" dt="2025-03-04T08:30:00.686" v="4473" actId="20577"/>
          <ac:spMkLst>
            <pc:docMk/>
            <pc:sldMk cId="2906348530" sldId="354"/>
            <ac:spMk id="4" creationId="{3FBA49F8-8FE2-72A5-1DA3-365AB0DA4660}"/>
          </ac:spMkLst>
        </pc:spChg>
        <pc:spChg chg="mod">
          <ac:chgData name="Soma SUGAHARA" userId="7e268bc0aae8c9e4" providerId="LiveId" clId="{B49CFAB1-3505-274F-B804-07A36AD60712}" dt="2025-03-04T08:29:54.374" v="4440" actId="20577"/>
          <ac:spMkLst>
            <pc:docMk/>
            <pc:sldMk cId="2906348530" sldId="354"/>
            <ac:spMk id="5" creationId="{5AB1D6FB-8EE6-4BDF-CD16-021FC853FDF7}"/>
          </ac:spMkLst>
        </pc:spChg>
        <pc:spChg chg="add mod">
          <ac:chgData name="Soma SUGAHARA" userId="7e268bc0aae8c9e4" providerId="LiveId" clId="{B49CFAB1-3505-274F-B804-07A36AD60712}" dt="2025-03-04T08:41:28.105" v="4975" actId="1076"/>
          <ac:spMkLst>
            <pc:docMk/>
            <pc:sldMk cId="2906348530" sldId="354"/>
            <ac:spMk id="6" creationId="{16092225-7BE8-B480-9C48-3BA1FC91E805}"/>
          </ac:spMkLst>
        </pc:spChg>
        <pc:spChg chg="add mod">
          <ac:chgData name="Soma SUGAHARA" userId="7e268bc0aae8c9e4" providerId="LiveId" clId="{B49CFAB1-3505-274F-B804-07A36AD60712}" dt="2025-03-04T08:47:11.833" v="5281" actId="1076"/>
          <ac:spMkLst>
            <pc:docMk/>
            <pc:sldMk cId="2906348530" sldId="354"/>
            <ac:spMk id="7" creationId="{E6917454-3AF7-EDDE-0EA3-210A4D85C037}"/>
          </ac:spMkLst>
        </pc:spChg>
        <pc:spChg chg="add del">
          <ac:chgData name="Soma SUGAHARA" userId="7e268bc0aae8c9e4" providerId="LiveId" clId="{B49CFAB1-3505-274F-B804-07A36AD60712}" dt="2025-03-04T08:47:08.986" v="5280" actId="22"/>
          <ac:spMkLst>
            <pc:docMk/>
            <pc:sldMk cId="2906348530" sldId="354"/>
            <ac:spMk id="9" creationId="{41B579DB-80DB-7BB6-1388-704937F40A1A}"/>
          </ac:spMkLst>
        </pc:spChg>
        <pc:spChg chg="add mod">
          <ac:chgData name="Soma SUGAHARA" userId="7e268bc0aae8c9e4" providerId="LiveId" clId="{B49CFAB1-3505-274F-B804-07A36AD60712}" dt="2025-03-04T08:47:19.099" v="5284" actId="1076"/>
          <ac:spMkLst>
            <pc:docMk/>
            <pc:sldMk cId="2906348530" sldId="354"/>
            <ac:spMk id="10" creationId="{B385D567-DE36-FFDE-54BE-6FD3FD53BD95}"/>
          </ac:spMkLst>
        </pc:spChg>
      </pc:sldChg>
      <pc:sldChg chg="addSp delSp modSp new mod modNotesTx">
        <pc:chgData name="Soma SUGAHARA" userId="7e268bc0aae8c9e4" providerId="LiveId" clId="{B49CFAB1-3505-274F-B804-07A36AD60712}" dt="2025-03-05T01:42:10.916" v="16910" actId="115"/>
        <pc:sldMkLst>
          <pc:docMk/>
          <pc:sldMk cId="3002712352" sldId="355"/>
        </pc:sldMkLst>
        <pc:spChg chg="mod">
          <ac:chgData name="Soma SUGAHARA" userId="7e268bc0aae8c9e4" providerId="LiveId" clId="{B49CFAB1-3505-274F-B804-07A36AD60712}" dt="2025-03-04T23:45:30.689" v="13549" actId="20577"/>
          <ac:spMkLst>
            <pc:docMk/>
            <pc:sldMk cId="3002712352" sldId="355"/>
            <ac:spMk id="2" creationId="{FCF41E38-F33C-8A8C-228B-9E0E53252BD2}"/>
          </ac:spMkLst>
        </pc:spChg>
        <pc:spChg chg="mod">
          <ac:chgData name="Soma SUGAHARA" userId="7e268bc0aae8c9e4" providerId="LiveId" clId="{B49CFAB1-3505-274F-B804-07A36AD60712}" dt="2025-03-04T08:47:31.426" v="5312" actId="20577"/>
          <ac:spMkLst>
            <pc:docMk/>
            <pc:sldMk cId="3002712352" sldId="355"/>
            <ac:spMk id="4" creationId="{48D767DC-4F93-1489-B156-86BC467353F6}"/>
          </ac:spMkLst>
        </pc:spChg>
        <pc:spChg chg="mod">
          <ac:chgData name="Soma SUGAHARA" userId="7e268bc0aae8c9e4" providerId="LiveId" clId="{B49CFAB1-3505-274F-B804-07A36AD60712}" dt="2025-03-04T08:47:27.845" v="5294" actId="20577"/>
          <ac:spMkLst>
            <pc:docMk/>
            <pc:sldMk cId="3002712352" sldId="355"/>
            <ac:spMk id="5" creationId="{9993B4A7-AD84-DF49-EFB2-D61BEBDE0F3F}"/>
          </ac:spMkLst>
        </pc:spChg>
        <pc:spChg chg="add mod">
          <ac:chgData name="Soma SUGAHARA" userId="7e268bc0aae8c9e4" providerId="LiveId" clId="{B49CFAB1-3505-274F-B804-07A36AD60712}" dt="2025-03-04T23:45:38.765" v="13550" actId="1076"/>
          <ac:spMkLst>
            <pc:docMk/>
            <pc:sldMk cId="3002712352" sldId="355"/>
            <ac:spMk id="8" creationId="{DD9308FE-8511-E808-D7A7-D12BAA310AEA}"/>
          </ac:spMkLst>
        </pc:spChg>
        <pc:spChg chg="add del mod">
          <ac:chgData name="Soma SUGAHARA" userId="7e268bc0aae8c9e4" providerId="LiveId" clId="{B49CFAB1-3505-274F-B804-07A36AD60712}" dt="2025-03-04T23:46:38.614" v="13666" actId="478"/>
          <ac:spMkLst>
            <pc:docMk/>
            <pc:sldMk cId="3002712352" sldId="355"/>
            <ac:spMk id="9" creationId="{8A9CB735-97A0-A263-E37B-DCFC4DB98490}"/>
          </ac:spMkLst>
        </pc:spChg>
        <pc:spChg chg="add mod">
          <ac:chgData name="Soma SUGAHARA" userId="7e268bc0aae8c9e4" providerId="LiveId" clId="{B49CFAB1-3505-274F-B804-07A36AD60712}" dt="2025-03-04T23:45:38.765" v="13550" actId="1076"/>
          <ac:spMkLst>
            <pc:docMk/>
            <pc:sldMk cId="3002712352" sldId="355"/>
            <ac:spMk id="10" creationId="{02F6E721-977F-04BB-C1A4-C4363E55387B}"/>
          </ac:spMkLst>
        </pc:spChg>
        <pc:spChg chg="add del mod">
          <ac:chgData name="Soma SUGAHARA" userId="7e268bc0aae8c9e4" providerId="LiveId" clId="{B49CFAB1-3505-274F-B804-07A36AD60712}" dt="2025-03-04T23:34:04.606" v="12953" actId="478"/>
          <ac:spMkLst>
            <pc:docMk/>
            <pc:sldMk cId="3002712352" sldId="355"/>
            <ac:spMk id="12" creationId="{F767C1FA-7794-7F83-B4E9-C2A02700A077}"/>
          </ac:spMkLst>
        </pc:spChg>
        <pc:spChg chg="add del mod">
          <ac:chgData name="Soma SUGAHARA" userId="7e268bc0aae8c9e4" providerId="LiveId" clId="{B49CFAB1-3505-274F-B804-07A36AD60712}" dt="2025-03-04T23:34:04.606" v="12953" actId="478"/>
          <ac:spMkLst>
            <pc:docMk/>
            <pc:sldMk cId="3002712352" sldId="355"/>
            <ac:spMk id="13" creationId="{7E9E8CF5-76C6-8CBC-09BF-4623B1844C0C}"/>
          </ac:spMkLst>
        </pc:spChg>
        <pc:spChg chg="add mod">
          <ac:chgData name="Soma SUGAHARA" userId="7e268bc0aae8c9e4" providerId="LiveId" clId="{B49CFAB1-3505-274F-B804-07A36AD60712}" dt="2025-03-04T23:46:28.728" v="13664" actId="113"/>
          <ac:spMkLst>
            <pc:docMk/>
            <pc:sldMk cId="3002712352" sldId="355"/>
            <ac:spMk id="14" creationId="{14887301-CB41-7621-29B9-25FCA813BAB9}"/>
          </ac:spMkLst>
        </pc:spChg>
        <pc:spChg chg="add del mod">
          <ac:chgData name="Soma SUGAHARA" userId="7e268bc0aae8c9e4" providerId="LiveId" clId="{B49CFAB1-3505-274F-B804-07A36AD60712}" dt="2025-03-04T08:48:54.621" v="5421" actId="478"/>
          <ac:spMkLst>
            <pc:docMk/>
            <pc:sldMk cId="3002712352" sldId="355"/>
            <ac:spMk id="14" creationId="{F23CABD2-1800-F9AD-3889-3C258CDD077E}"/>
          </ac:spMkLst>
        </pc:spChg>
        <pc:spChg chg="add del mod">
          <ac:chgData name="Soma SUGAHARA" userId="7e268bc0aae8c9e4" providerId="LiveId" clId="{B49CFAB1-3505-274F-B804-07A36AD60712}" dt="2025-03-04T08:48:52.922" v="5420" actId="478"/>
          <ac:spMkLst>
            <pc:docMk/>
            <pc:sldMk cId="3002712352" sldId="355"/>
            <ac:spMk id="15" creationId="{B0B718F2-7E54-225E-D86F-DC6039E823C3}"/>
          </ac:spMkLst>
        </pc:spChg>
        <pc:spChg chg="add del mod">
          <ac:chgData name="Soma SUGAHARA" userId="7e268bc0aae8c9e4" providerId="LiveId" clId="{B49CFAB1-3505-274F-B804-07A36AD60712}" dt="2025-03-04T08:49:17.313" v="5427"/>
          <ac:spMkLst>
            <pc:docMk/>
            <pc:sldMk cId="3002712352" sldId="355"/>
            <ac:spMk id="16" creationId="{2580FB44-18EB-D209-7CF8-A01AB00B053B}"/>
          </ac:spMkLst>
        </pc:spChg>
        <pc:graphicFrameChg chg="add mod modGraphic">
          <ac:chgData name="Soma SUGAHARA" userId="7e268bc0aae8c9e4" providerId="LiveId" clId="{B49CFAB1-3505-274F-B804-07A36AD60712}" dt="2025-03-05T00:08:34.090" v="14717" actId="313"/>
          <ac:graphicFrameMkLst>
            <pc:docMk/>
            <pc:sldMk cId="3002712352" sldId="355"/>
            <ac:graphicFrameMk id="6" creationId="{EB721008-029D-3F6D-1B9C-55AA144E9B8C}"/>
          </ac:graphicFrameMkLst>
        </pc:graphicFrameChg>
        <pc:graphicFrameChg chg="add mod modGraphic">
          <ac:chgData name="Soma SUGAHARA" userId="7e268bc0aae8c9e4" providerId="LiveId" clId="{B49CFAB1-3505-274F-B804-07A36AD60712}" dt="2025-03-05T01:42:10.916" v="16910" actId="115"/>
          <ac:graphicFrameMkLst>
            <pc:docMk/>
            <pc:sldMk cId="3002712352" sldId="355"/>
            <ac:graphicFrameMk id="7" creationId="{C1528A16-CE65-F82B-4CA9-11A230444BA6}"/>
          </ac:graphicFrameMkLst>
        </pc:graphicFrameChg>
        <pc:graphicFrameChg chg="add del mod modGraphic">
          <ac:chgData name="Soma SUGAHARA" userId="7e268bc0aae8c9e4" providerId="LiveId" clId="{B49CFAB1-3505-274F-B804-07A36AD60712}" dt="2025-03-04T23:34:04.606" v="12953" actId="478"/>
          <ac:graphicFrameMkLst>
            <pc:docMk/>
            <pc:sldMk cId="3002712352" sldId="355"/>
            <ac:graphicFrameMk id="11" creationId="{02B0097A-0C66-1F8D-E9D5-AF33A9821947}"/>
          </ac:graphicFrameMkLst>
        </pc:graphicFrameChg>
      </pc:sldChg>
      <pc:sldChg chg="modSp new del mod modShow">
        <pc:chgData name="Soma SUGAHARA" userId="7e268bc0aae8c9e4" providerId="LiveId" clId="{B49CFAB1-3505-274F-B804-07A36AD60712}" dt="2025-03-04T13:26:02.061" v="10747" actId="2696"/>
        <pc:sldMkLst>
          <pc:docMk/>
          <pc:sldMk cId="2022136502" sldId="356"/>
        </pc:sldMkLst>
        <pc:spChg chg="mod">
          <ac:chgData name="Soma SUGAHARA" userId="7e268bc0aae8c9e4" providerId="LiveId" clId="{B49CFAB1-3505-274F-B804-07A36AD60712}" dt="2025-03-04T11:24:48.667" v="5624" actId="20577"/>
          <ac:spMkLst>
            <pc:docMk/>
            <pc:sldMk cId="2022136502" sldId="356"/>
            <ac:spMk id="2" creationId="{DCE5733C-A94E-E8A9-5C05-A474C7E50B60}"/>
          </ac:spMkLst>
        </pc:spChg>
        <pc:spChg chg="mod">
          <ac:chgData name="Soma SUGAHARA" userId="7e268bc0aae8c9e4" providerId="LiveId" clId="{B49CFAB1-3505-274F-B804-07A36AD60712}" dt="2025-03-04T11:23:26.680" v="5472" actId="20577"/>
          <ac:spMkLst>
            <pc:docMk/>
            <pc:sldMk cId="2022136502" sldId="356"/>
            <ac:spMk id="4" creationId="{183CD3B0-2F42-4C44-C37F-D08723501C72}"/>
          </ac:spMkLst>
        </pc:spChg>
        <pc:spChg chg="mod">
          <ac:chgData name="Soma SUGAHARA" userId="7e268bc0aae8c9e4" providerId="LiveId" clId="{B49CFAB1-3505-274F-B804-07A36AD60712}" dt="2025-03-04T08:49:46.220" v="5442" actId="20577"/>
          <ac:spMkLst>
            <pc:docMk/>
            <pc:sldMk cId="2022136502" sldId="356"/>
            <ac:spMk id="5" creationId="{3DFC1CF8-E8C4-1F61-9A5E-1C8909ACC57C}"/>
          </ac:spMkLst>
        </pc:spChg>
      </pc:sldChg>
      <pc:sldChg chg="addSp delSp modSp new mod ord modNotesTx">
        <pc:chgData name="Soma SUGAHARA" userId="7e268bc0aae8c9e4" providerId="LiveId" clId="{B49CFAB1-3505-274F-B804-07A36AD60712}" dt="2025-03-05T01:55:13.300" v="17601" actId="20577"/>
        <pc:sldMkLst>
          <pc:docMk/>
          <pc:sldMk cId="274687109" sldId="357"/>
        </pc:sldMkLst>
        <pc:spChg chg="mod">
          <ac:chgData name="Soma SUGAHARA" userId="7e268bc0aae8c9e4" providerId="LiveId" clId="{B49CFAB1-3505-274F-B804-07A36AD60712}" dt="2025-03-05T01:51:02.059" v="17446" actId="20577"/>
          <ac:spMkLst>
            <pc:docMk/>
            <pc:sldMk cId="274687109" sldId="357"/>
            <ac:spMk id="2" creationId="{3EDE247D-12C5-0D17-CA4A-148F7E2C66C0}"/>
          </ac:spMkLst>
        </pc:spChg>
        <pc:spChg chg="mod">
          <ac:chgData name="Soma SUGAHARA" userId="7e268bc0aae8c9e4" providerId="LiveId" clId="{B49CFAB1-3505-274F-B804-07A36AD60712}" dt="2025-03-05T00:03:46.412" v="14660" actId="20577"/>
          <ac:spMkLst>
            <pc:docMk/>
            <pc:sldMk cId="274687109" sldId="357"/>
            <ac:spMk id="4" creationId="{0633CD16-E1C9-122A-AE46-8F07C66040DF}"/>
          </ac:spMkLst>
        </pc:spChg>
        <pc:spChg chg="mod">
          <ac:chgData name="Soma SUGAHARA" userId="7e268bc0aae8c9e4" providerId="LiveId" clId="{B49CFAB1-3505-274F-B804-07A36AD60712}" dt="2025-03-04T15:21:16.999" v="11325" actId="20577"/>
          <ac:spMkLst>
            <pc:docMk/>
            <pc:sldMk cId="274687109" sldId="357"/>
            <ac:spMk id="5" creationId="{968FDBC6-8E07-E537-7C20-381A68376D8C}"/>
          </ac:spMkLst>
        </pc:spChg>
        <pc:spChg chg="add mod">
          <ac:chgData name="Soma SUGAHARA" userId="7e268bc0aae8c9e4" providerId="LiveId" clId="{B49CFAB1-3505-274F-B804-07A36AD60712}" dt="2025-03-04T23:39:59.539" v="13212" actId="20577"/>
          <ac:spMkLst>
            <pc:docMk/>
            <pc:sldMk cId="274687109" sldId="357"/>
            <ac:spMk id="7" creationId="{75615692-C937-3756-4CCF-54EFA9EFCF96}"/>
          </ac:spMkLst>
        </pc:spChg>
        <pc:spChg chg="add mod">
          <ac:chgData name="Soma SUGAHARA" userId="7e268bc0aae8c9e4" providerId="LiveId" clId="{B49CFAB1-3505-274F-B804-07A36AD60712}" dt="2025-03-04T23:42:09.592" v="13304" actId="1076"/>
          <ac:spMkLst>
            <pc:docMk/>
            <pc:sldMk cId="274687109" sldId="357"/>
            <ac:spMk id="8" creationId="{BA9351F6-DCE0-4AA9-E95D-DA80FAF32750}"/>
          </ac:spMkLst>
        </pc:spChg>
        <pc:spChg chg="add mod">
          <ac:chgData name="Soma SUGAHARA" userId="7e268bc0aae8c9e4" providerId="LiveId" clId="{B49CFAB1-3505-274F-B804-07A36AD60712}" dt="2025-03-05T01:52:14.684" v="17481" actId="20577"/>
          <ac:spMkLst>
            <pc:docMk/>
            <pc:sldMk cId="274687109" sldId="357"/>
            <ac:spMk id="10" creationId="{FBD99D83-53E1-E30D-BA78-A4169FB60FEF}"/>
          </ac:spMkLst>
        </pc:spChg>
        <pc:spChg chg="add mod">
          <ac:chgData name="Soma SUGAHARA" userId="7e268bc0aae8c9e4" providerId="LiveId" clId="{B49CFAB1-3505-274F-B804-07A36AD60712}" dt="2025-03-04T11:31:34.451" v="6254" actId="1076"/>
          <ac:spMkLst>
            <pc:docMk/>
            <pc:sldMk cId="274687109" sldId="357"/>
            <ac:spMk id="11" creationId="{2A1C5F1D-4C6C-A40D-10A4-53E255927D03}"/>
          </ac:spMkLst>
        </pc:spChg>
        <pc:spChg chg="add mod">
          <ac:chgData name="Soma SUGAHARA" userId="7e268bc0aae8c9e4" providerId="LiveId" clId="{B49CFAB1-3505-274F-B804-07A36AD60712}" dt="2025-03-05T01:51:20.947" v="17450" actId="20577"/>
          <ac:spMkLst>
            <pc:docMk/>
            <pc:sldMk cId="274687109" sldId="357"/>
            <ac:spMk id="12" creationId="{D0D9A152-6DB2-C7F8-BE8B-33AEE1AB6BAA}"/>
          </ac:spMkLst>
        </pc:spChg>
        <pc:graphicFrameChg chg="add mod modGraphic">
          <ac:chgData name="Soma SUGAHARA" userId="7e268bc0aae8c9e4" providerId="LiveId" clId="{B49CFAB1-3505-274F-B804-07A36AD60712}" dt="2025-03-05T01:51:48.133" v="17463" actId="20577"/>
          <ac:graphicFrameMkLst>
            <pc:docMk/>
            <pc:sldMk cId="274687109" sldId="357"/>
            <ac:graphicFrameMk id="6" creationId="{4E214BE6-C4DC-0925-7AF6-D756E5C10975}"/>
          </ac:graphicFrameMkLst>
        </pc:graphicFrameChg>
        <pc:graphicFrameChg chg="add mod modGraphic">
          <ac:chgData name="Soma SUGAHARA" userId="7e268bc0aae8c9e4" providerId="LiveId" clId="{B49CFAB1-3505-274F-B804-07A36AD60712}" dt="2025-03-05T01:53:09.671" v="17487" actId="207"/>
          <ac:graphicFrameMkLst>
            <pc:docMk/>
            <pc:sldMk cId="274687109" sldId="357"/>
            <ac:graphicFrameMk id="9" creationId="{4295252E-8B7E-5E25-F8B0-59B4D99BD974}"/>
          </ac:graphicFrameMkLst>
        </pc:graphicFrameChg>
        <pc:graphicFrameChg chg="add del mod modGraphic">
          <ac:chgData name="Soma SUGAHARA" userId="7e268bc0aae8c9e4" providerId="LiveId" clId="{B49CFAB1-3505-274F-B804-07A36AD60712}" dt="2025-03-04T23:42:06.557" v="13303" actId="478"/>
          <ac:graphicFrameMkLst>
            <pc:docMk/>
            <pc:sldMk cId="274687109" sldId="357"/>
            <ac:graphicFrameMk id="12" creationId="{F89B1851-3DEF-80DB-8EBB-544D8AB8E4F0}"/>
          </ac:graphicFrameMkLst>
        </pc:graphicFrameChg>
      </pc:sldChg>
      <pc:sldChg chg="modSp new mod modNotesTx">
        <pc:chgData name="Soma SUGAHARA" userId="7e268bc0aae8c9e4" providerId="LiveId" clId="{B49CFAB1-3505-274F-B804-07A36AD60712}" dt="2025-03-05T01:46:12.523" v="17031" actId="27636"/>
        <pc:sldMkLst>
          <pc:docMk/>
          <pc:sldMk cId="961092465" sldId="358"/>
        </pc:sldMkLst>
        <pc:spChg chg="mod">
          <ac:chgData name="Soma SUGAHARA" userId="7e268bc0aae8c9e4" providerId="LiveId" clId="{B49CFAB1-3505-274F-B804-07A36AD60712}" dt="2025-03-05T01:46:12.523" v="17031" actId="27636"/>
          <ac:spMkLst>
            <pc:docMk/>
            <pc:sldMk cId="961092465" sldId="358"/>
            <ac:spMk id="2" creationId="{2F3EEF71-9129-CCC6-F4D1-0FB5302AC319}"/>
          </ac:spMkLst>
        </pc:spChg>
        <pc:spChg chg="mod">
          <ac:chgData name="Soma SUGAHARA" userId="7e268bc0aae8c9e4" providerId="LiveId" clId="{B49CFAB1-3505-274F-B804-07A36AD60712}" dt="2025-03-04T11:32:54.446" v="6411" actId="20577"/>
          <ac:spMkLst>
            <pc:docMk/>
            <pc:sldMk cId="961092465" sldId="358"/>
            <ac:spMk id="4" creationId="{FDCAAACF-7318-A6DF-1030-914BB208B888}"/>
          </ac:spMkLst>
        </pc:spChg>
        <pc:spChg chg="mod">
          <ac:chgData name="Soma SUGAHARA" userId="7e268bc0aae8c9e4" providerId="LiveId" clId="{B49CFAB1-3505-274F-B804-07A36AD60712}" dt="2025-03-04T11:32:48.819" v="6381" actId="20577"/>
          <ac:spMkLst>
            <pc:docMk/>
            <pc:sldMk cId="961092465" sldId="358"/>
            <ac:spMk id="5" creationId="{8C88E994-C465-7C26-700C-66F7966DE797}"/>
          </ac:spMkLst>
        </pc:spChg>
      </pc:sldChg>
      <pc:sldChg chg="addSp delSp modSp new mod modNotesTx">
        <pc:chgData name="Soma SUGAHARA" userId="7e268bc0aae8c9e4" providerId="LiveId" clId="{B49CFAB1-3505-274F-B804-07A36AD60712}" dt="2025-03-05T01:50:37.483" v="17428" actId="14100"/>
        <pc:sldMkLst>
          <pc:docMk/>
          <pc:sldMk cId="166516515" sldId="359"/>
        </pc:sldMkLst>
        <pc:spChg chg="mod">
          <ac:chgData name="Soma SUGAHARA" userId="7e268bc0aae8c9e4" providerId="LiveId" clId="{B49CFAB1-3505-274F-B804-07A36AD60712}" dt="2025-03-04T12:27:54.075" v="7925" actId="1076"/>
          <ac:spMkLst>
            <pc:docMk/>
            <pc:sldMk cId="166516515" sldId="359"/>
            <ac:spMk id="2" creationId="{451C74D4-941D-FB56-9E20-19758D888A80}"/>
          </ac:spMkLst>
        </pc:spChg>
        <pc:spChg chg="mod">
          <ac:chgData name="Soma SUGAHARA" userId="7e268bc0aae8c9e4" providerId="LiveId" clId="{B49CFAB1-3505-274F-B804-07A36AD60712}" dt="2025-03-04T13:30:03.300" v="10949" actId="20577"/>
          <ac:spMkLst>
            <pc:docMk/>
            <pc:sldMk cId="166516515" sldId="359"/>
            <ac:spMk id="4" creationId="{42BD1876-8DC8-3271-F2F7-1832F2642841}"/>
          </ac:spMkLst>
        </pc:spChg>
        <pc:spChg chg="mod">
          <ac:chgData name="Soma SUGAHARA" userId="7e268bc0aae8c9e4" providerId="LiveId" clId="{B49CFAB1-3505-274F-B804-07A36AD60712}" dt="2025-03-04T23:38:26.184" v="13183" actId="20577"/>
          <ac:spMkLst>
            <pc:docMk/>
            <pc:sldMk cId="166516515" sldId="359"/>
            <ac:spMk id="5" creationId="{EE283C68-3683-1948-CB1B-A6FFD3FE732C}"/>
          </ac:spMkLst>
        </pc:spChg>
        <pc:spChg chg="add mod">
          <ac:chgData name="Soma SUGAHARA" userId="7e268bc0aae8c9e4" providerId="LiveId" clId="{B49CFAB1-3505-274F-B804-07A36AD60712}" dt="2025-03-05T00:02:34.951" v="14596" actId="14100"/>
          <ac:spMkLst>
            <pc:docMk/>
            <pc:sldMk cId="166516515" sldId="359"/>
            <ac:spMk id="6" creationId="{6C2447C2-2AFA-8910-79AD-804377E7BC71}"/>
          </ac:spMkLst>
        </pc:spChg>
        <pc:spChg chg="add mod">
          <ac:chgData name="Soma SUGAHARA" userId="7e268bc0aae8c9e4" providerId="LiveId" clId="{B49CFAB1-3505-274F-B804-07A36AD60712}" dt="2025-03-04T12:28:24.771" v="7935" actId="14100"/>
          <ac:spMkLst>
            <pc:docMk/>
            <pc:sldMk cId="166516515" sldId="359"/>
            <ac:spMk id="7" creationId="{F1C32F55-2FDE-9013-E30B-A2C1114B9834}"/>
          </ac:spMkLst>
        </pc:spChg>
        <pc:spChg chg="add mod">
          <ac:chgData name="Soma SUGAHARA" userId="7e268bc0aae8c9e4" providerId="LiveId" clId="{B49CFAB1-3505-274F-B804-07A36AD60712}" dt="2025-03-04T12:27:45.175" v="7923" actId="1076"/>
          <ac:spMkLst>
            <pc:docMk/>
            <pc:sldMk cId="166516515" sldId="359"/>
            <ac:spMk id="9" creationId="{F7EB42AC-C53C-B2B8-0F4E-7A1721EA8A65}"/>
          </ac:spMkLst>
        </pc:spChg>
        <pc:spChg chg="add mod">
          <ac:chgData name="Soma SUGAHARA" userId="7e268bc0aae8c9e4" providerId="LiveId" clId="{B49CFAB1-3505-274F-B804-07A36AD60712}" dt="2025-03-05T01:50:37.483" v="17428" actId="14100"/>
          <ac:spMkLst>
            <pc:docMk/>
            <pc:sldMk cId="166516515" sldId="359"/>
            <ac:spMk id="11" creationId="{4B3F13DA-A84E-89FF-4A11-345D1F5EC8B6}"/>
          </ac:spMkLst>
        </pc:spChg>
        <pc:spChg chg="add mod">
          <ac:chgData name="Soma SUGAHARA" userId="7e268bc0aae8c9e4" providerId="LiveId" clId="{B49CFAB1-3505-274F-B804-07A36AD60712}" dt="2025-03-04T12:29:12.222" v="7986" actId="1076"/>
          <ac:spMkLst>
            <pc:docMk/>
            <pc:sldMk cId="166516515" sldId="359"/>
            <ac:spMk id="12" creationId="{6CB8C0B9-5B5C-02D0-6D3B-17E04E9D695D}"/>
          </ac:spMkLst>
        </pc:spChg>
        <pc:spChg chg="add mod">
          <ac:chgData name="Soma SUGAHARA" userId="7e268bc0aae8c9e4" providerId="LiveId" clId="{B49CFAB1-3505-274F-B804-07A36AD60712}" dt="2025-03-04T12:27:45.175" v="7923" actId="1076"/>
          <ac:spMkLst>
            <pc:docMk/>
            <pc:sldMk cId="166516515" sldId="359"/>
            <ac:spMk id="18" creationId="{AB403C85-B7CC-EBE4-FFDF-D52363830531}"/>
          </ac:spMkLst>
        </pc:spChg>
        <pc:spChg chg="add mod">
          <ac:chgData name="Soma SUGAHARA" userId="7e268bc0aae8c9e4" providerId="LiveId" clId="{B49CFAB1-3505-274F-B804-07A36AD60712}" dt="2025-03-05T00:02:44.084" v="14599" actId="20577"/>
          <ac:spMkLst>
            <pc:docMk/>
            <pc:sldMk cId="166516515" sldId="359"/>
            <ac:spMk id="20" creationId="{5175C8FA-25F4-1534-7030-F90DF57A4DAF}"/>
          </ac:spMkLst>
        </pc:spChg>
        <pc:spChg chg="add mod">
          <ac:chgData name="Soma SUGAHARA" userId="7e268bc0aae8c9e4" providerId="LiveId" clId="{B49CFAB1-3505-274F-B804-07A36AD60712}" dt="2025-03-04T12:28:10.748" v="7931" actId="1076"/>
          <ac:spMkLst>
            <pc:docMk/>
            <pc:sldMk cId="166516515" sldId="359"/>
            <ac:spMk id="22" creationId="{AD101A59-F402-CA93-0538-59C96EA7BC70}"/>
          </ac:spMkLst>
        </pc:spChg>
        <pc:spChg chg="add mod">
          <ac:chgData name="Soma SUGAHARA" userId="7e268bc0aae8c9e4" providerId="LiveId" clId="{B49CFAB1-3505-274F-B804-07A36AD60712}" dt="2025-03-04T12:29:03.590" v="7984" actId="1076"/>
          <ac:spMkLst>
            <pc:docMk/>
            <pc:sldMk cId="166516515" sldId="359"/>
            <ac:spMk id="24" creationId="{3F7CBBE0-4A40-2D0F-AA52-23A2A59BED91}"/>
          </ac:spMkLst>
        </pc:spChg>
        <pc:spChg chg="add mod">
          <ac:chgData name="Soma SUGAHARA" userId="7e268bc0aae8c9e4" providerId="LiveId" clId="{B49CFAB1-3505-274F-B804-07A36AD60712}" dt="2025-03-04T12:27:45.175" v="7923" actId="1076"/>
          <ac:spMkLst>
            <pc:docMk/>
            <pc:sldMk cId="166516515" sldId="359"/>
            <ac:spMk id="26" creationId="{72ECAF0B-BEA9-E189-E50C-B2A0698AA249}"/>
          </ac:spMkLst>
        </pc:spChg>
        <pc:spChg chg="add del mod">
          <ac:chgData name="Soma SUGAHARA" userId="7e268bc0aae8c9e4" providerId="LiveId" clId="{B49CFAB1-3505-274F-B804-07A36AD60712}" dt="2025-03-04T12:28:01.180" v="7928"/>
          <ac:spMkLst>
            <pc:docMk/>
            <pc:sldMk cId="166516515" sldId="359"/>
            <ac:spMk id="30" creationId="{E28D2063-1616-EB64-19FC-8AE649BF9C13}"/>
          </ac:spMkLst>
        </pc:spChg>
        <pc:spChg chg="add del mod">
          <ac:chgData name="Soma SUGAHARA" userId="7e268bc0aae8c9e4" providerId="LiveId" clId="{B49CFAB1-3505-274F-B804-07A36AD60712}" dt="2025-03-04T12:30:50.913" v="8029"/>
          <ac:spMkLst>
            <pc:docMk/>
            <pc:sldMk cId="166516515" sldId="359"/>
            <ac:spMk id="34" creationId="{5A9A8901-E6D9-E1A8-DC54-AC469DEBAD20}"/>
          </ac:spMkLst>
        </pc:spChg>
        <pc:spChg chg="add del mod">
          <ac:chgData name="Soma SUGAHARA" userId="7e268bc0aae8c9e4" providerId="LiveId" clId="{B49CFAB1-3505-274F-B804-07A36AD60712}" dt="2025-03-05T00:03:10.252" v="14604" actId="478"/>
          <ac:spMkLst>
            <pc:docMk/>
            <pc:sldMk cId="166516515" sldId="359"/>
            <ac:spMk id="36" creationId="{63771033-D062-A6D1-8C93-639149662CEB}"/>
          </ac:spMkLst>
        </pc:spChg>
        <pc:picChg chg="mod">
          <ac:chgData name="Soma SUGAHARA" userId="7e268bc0aae8c9e4" providerId="LiveId" clId="{B49CFAB1-3505-274F-B804-07A36AD60712}" dt="2025-03-04T12:28:10.748" v="7931" actId="1076"/>
          <ac:picMkLst>
            <pc:docMk/>
            <pc:sldMk cId="166516515" sldId="359"/>
            <ac:picMk id="10" creationId="{FF7F66EE-6D42-FD2D-7C76-09E2573894C3}"/>
          </ac:picMkLst>
        </pc:picChg>
        <pc:picChg chg="mod">
          <ac:chgData name="Soma SUGAHARA" userId="7e268bc0aae8c9e4" providerId="LiveId" clId="{B49CFAB1-3505-274F-B804-07A36AD60712}" dt="2025-03-04T12:28:10.748" v="7931" actId="1076"/>
          <ac:picMkLst>
            <pc:docMk/>
            <pc:sldMk cId="166516515" sldId="359"/>
            <ac:picMk id="23" creationId="{C1AAA2BE-A85F-3EB8-BAB7-5807B4A6EDA1}"/>
          </ac:picMkLst>
        </pc:picChg>
        <pc:picChg chg="add mod">
          <ac:chgData name="Soma SUGAHARA" userId="7e268bc0aae8c9e4" providerId="LiveId" clId="{B49CFAB1-3505-274F-B804-07A36AD60712}" dt="2025-03-05T00:03:22.105" v="14611" actId="1076"/>
          <ac:picMkLst>
            <pc:docMk/>
            <pc:sldMk cId="166516515" sldId="359"/>
            <ac:picMk id="35" creationId="{6D729341-E2F5-DCF0-0716-EC969F6AE227}"/>
          </ac:picMkLst>
        </pc:picChg>
        <pc:cxnChg chg="mod">
          <ac:chgData name="Soma SUGAHARA" userId="7e268bc0aae8c9e4" providerId="LiveId" clId="{B49CFAB1-3505-274F-B804-07A36AD60712}" dt="2025-03-04T12:28:10.748" v="7931" actId="1076"/>
          <ac:cxnSpMkLst>
            <pc:docMk/>
            <pc:sldMk cId="166516515" sldId="359"/>
            <ac:cxnSpMk id="13" creationId="{92065E91-0631-D1B3-6520-E3217D65FE5F}"/>
          </ac:cxnSpMkLst>
        </pc:cxnChg>
        <pc:cxnChg chg="mod">
          <ac:chgData name="Soma SUGAHARA" userId="7e268bc0aae8c9e4" providerId="LiveId" clId="{B49CFAB1-3505-274F-B804-07A36AD60712}" dt="2025-03-04T12:29:08.039" v="7985" actId="14100"/>
          <ac:cxnSpMkLst>
            <pc:docMk/>
            <pc:sldMk cId="166516515" sldId="359"/>
            <ac:cxnSpMk id="16" creationId="{A7D8ED93-8C95-9096-721E-01DE1441A413}"/>
          </ac:cxnSpMkLst>
        </pc:cxnChg>
        <pc:cxnChg chg="mod">
          <ac:chgData name="Soma SUGAHARA" userId="7e268bc0aae8c9e4" providerId="LiveId" clId="{B49CFAB1-3505-274F-B804-07A36AD60712}" dt="2025-03-04T12:28:10.748" v="7931" actId="1076"/>
          <ac:cxnSpMkLst>
            <pc:docMk/>
            <pc:sldMk cId="166516515" sldId="359"/>
            <ac:cxnSpMk id="21" creationId="{DD7D17CA-CE14-3554-EA73-8B8252270253}"/>
          </ac:cxnSpMkLst>
        </pc:cxnChg>
      </pc:sldChg>
      <pc:sldChg chg="addSp delSp modSp new mod modNotesTx">
        <pc:chgData name="Soma SUGAHARA" userId="7e268bc0aae8c9e4" providerId="LiveId" clId="{B49CFAB1-3505-274F-B804-07A36AD60712}" dt="2025-03-05T01:56:35.359" v="17831" actId="207"/>
        <pc:sldMkLst>
          <pc:docMk/>
          <pc:sldMk cId="3378626768" sldId="360"/>
        </pc:sldMkLst>
        <pc:spChg chg="mod">
          <ac:chgData name="Soma SUGAHARA" userId="7e268bc0aae8c9e4" providerId="LiveId" clId="{B49CFAB1-3505-274F-B804-07A36AD60712}" dt="2025-03-05T01:55:41.925" v="17687" actId="20577"/>
          <ac:spMkLst>
            <pc:docMk/>
            <pc:sldMk cId="3378626768" sldId="360"/>
            <ac:spMk id="2" creationId="{BDAF642A-6907-2E88-C399-96E917428AF2}"/>
          </ac:spMkLst>
        </pc:spChg>
        <pc:spChg chg="mod">
          <ac:chgData name="Soma SUGAHARA" userId="7e268bc0aae8c9e4" providerId="LiveId" clId="{B49CFAB1-3505-274F-B804-07A36AD60712}" dt="2025-03-04T12:30:59.624" v="8045" actId="20577"/>
          <ac:spMkLst>
            <pc:docMk/>
            <pc:sldMk cId="3378626768" sldId="360"/>
            <ac:spMk id="4" creationId="{552E4A2B-CDE2-9369-9BA2-BF277FEF1773}"/>
          </ac:spMkLst>
        </pc:spChg>
        <pc:spChg chg="mod">
          <ac:chgData name="Soma SUGAHARA" userId="7e268bc0aae8c9e4" providerId="LiveId" clId="{B49CFAB1-3505-274F-B804-07A36AD60712}" dt="2025-03-04T12:30:57.706" v="8037" actId="20577"/>
          <ac:spMkLst>
            <pc:docMk/>
            <pc:sldMk cId="3378626768" sldId="360"/>
            <ac:spMk id="5" creationId="{91B65888-D86F-181D-FE12-BB15646B047E}"/>
          </ac:spMkLst>
        </pc:spChg>
        <pc:spChg chg="add mod">
          <ac:chgData name="Soma SUGAHARA" userId="7e268bc0aae8c9e4" providerId="LiveId" clId="{B49CFAB1-3505-274F-B804-07A36AD60712}" dt="2025-03-04T12:35:42.847" v="8325" actId="1076"/>
          <ac:spMkLst>
            <pc:docMk/>
            <pc:sldMk cId="3378626768" sldId="360"/>
            <ac:spMk id="6" creationId="{F2D3A367-DBB2-83CA-2E61-FCAB59672CF1}"/>
          </ac:spMkLst>
        </pc:spChg>
        <pc:spChg chg="add mod">
          <ac:chgData name="Soma SUGAHARA" userId="7e268bc0aae8c9e4" providerId="LiveId" clId="{B49CFAB1-3505-274F-B804-07A36AD60712}" dt="2025-03-04T12:34:59.146" v="8283" actId="1076"/>
          <ac:spMkLst>
            <pc:docMk/>
            <pc:sldMk cId="3378626768" sldId="360"/>
            <ac:spMk id="7" creationId="{F4453AC8-50B8-636B-F625-98816658394C}"/>
          </ac:spMkLst>
        </pc:spChg>
        <pc:spChg chg="mod">
          <ac:chgData name="Soma SUGAHARA" userId="7e268bc0aae8c9e4" providerId="LiveId" clId="{B49CFAB1-3505-274F-B804-07A36AD60712}" dt="2025-03-04T12:34:59.146" v="8283" actId="1076"/>
          <ac:spMkLst>
            <pc:docMk/>
            <pc:sldMk cId="3378626768" sldId="360"/>
            <ac:spMk id="9" creationId="{83D8B229-9CC5-E5C3-0A65-A3E5A6ABAF88}"/>
          </ac:spMkLst>
        </pc:spChg>
        <pc:spChg chg="add mod">
          <ac:chgData name="Soma SUGAHARA" userId="7e268bc0aae8c9e4" providerId="LiveId" clId="{B49CFAB1-3505-274F-B804-07A36AD60712}" dt="2025-03-04T12:35:52.093" v="8327" actId="1076"/>
          <ac:spMkLst>
            <pc:docMk/>
            <pc:sldMk cId="3378626768" sldId="360"/>
            <ac:spMk id="11" creationId="{A353496E-6B19-0175-5045-12AD0F92BDDE}"/>
          </ac:spMkLst>
        </pc:spChg>
        <pc:spChg chg="mod">
          <ac:chgData name="Soma SUGAHARA" userId="7e268bc0aae8c9e4" providerId="LiveId" clId="{B49CFAB1-3505-274F-B804-07A36AD60712}" dt="2025-03-04T12:34:59.146" v="8283" actId="1076"/>
          <ac:spMkLst>
            <pc:docMk/>
            <pc:sldMk cId="3378626768" sldId="360"/>
            <ac:spMk id="17" creationId="{5C273A7D-433B-884D-567F-C946BFFC4933}"/>
          </ac:spMkLst>
        </pc:spChg>
        <pc:spChg chg="add del mod">
          <ac:chgData name="Soma SUGAHARA" userId="7e268bc0aae8c9e4" providerId="LiveId" clId="{B49CFAB1-3505-274F-B804-07A36AD60712}" dt="2025-03-04T12:35:31.646" v="8320" actId="478"/>
          <ac:spMkLst>
            <pc:docMk/>
            <pc:sldMk cId="3378626768" sldId="360"/>
            <ac:spMk id="19" creationId="{C730503C-4298-3EEB-78CE-617F2C0BB008}"/>
          </ac:spMkLst>
        </pc:spChg>
        <pc:spChg chg="add mod">
          <ac:chgData name="Soma SUGAHARA" userId="7e268bc0aae8c9e4" providerId="LiveId" clId="{B49CFAB1-3505-274F-B804-07A36AD60712}" dt="2025-03-04T12:35:42.847" v="8325" actId="1076"/>
          <ac:spMkLst>
            <pc:docMk/>
            <pc:sldMk cId="3378626768" sldId="360"/>
            <ac:spMk id="21" creationId="{511B6D7D-4910-411F-0822-DFD15F741470}"/>
          </ac:spMkLst>
        </pc:spChg>
        <pc:spChg chg="add del mod">
          <ac:chgData name="Soma SUGAHARA" userId="7e268bc0aae8c9e4" providerId="LiveId" clId="{B49CFAB1-3505-274F-B804-07A36AD60712}" dt="2025-03-04T12:34:48.012" v="8278" actId="478"/>
          <ac:spMkLst>
            <pc:docMk/>
            <pc:sldMk cId="3378626768" sldId="360"/>
            <ac:spMk id="23" creationId="{995AE031-77C8-8420-7F2C-8C73F2EC283E}"/>
          </ac:spMkLst>
        </pc:spChg>
        <pc:spChg chg="add mod">
          <ac:chgData name="Soma SUGAHARA" userId="7e268bc0aae8c9e4" providerId="LiveId" clId="{B49CFAB1-3505-274F-B804-07A36AD60712}" dt="2025-03-04T12:34:59.146" v="8283" actId="1076"/>
          <ac:spMkLst>
            <pc:docMk/>
            <pc:sldMk cId="3378626768" sldId="360"/>
            <ac:spMk id="25" creationId="{577A1ECC-B6EC-C923-4311-AB303F1057D6}"/>
          </ac:spMkLst>
        </pc:spChg>
        <pc:spChg chg="add mod">
          <ac:chgData name="Soma SUGAHARA" userId="7e268bc0aae8c9e4" providerId="LiveId" clId="{B49CFAB1-3505-274F-B804-07A36AD60712}" dt="2025-03-04T12:36:02.418" v="8329" actId="1076"/>
          <ac:spMkLst>
            <pc:docMk/>
            <pc:sldMk cId="3378626768" sldId="360"/>
            <ac:spMk id="31" creationId="{9557A968-B2C3-69C8-5293-8A12976E82FA}"/>
          </ac:spMkLst>
        </pc:spChg>
        <pc:spChg chg="add mod">
          <ac:chgData name="Soma SUGAHARA" userId="7e268bc0aae8c9e4" providerId="LiveId" clId="{B49CFAB1-3505-274F-B804-07A36AD60712}" dt="2025-03-04T12:35:55.898" v="8328" actId="1076"/>
          <ac:spMkLst>
            <pc:docMk/>
            <pc:sldMk cId="3378626768" sldId="360"/>
            <ac:spMk id="32" creationId="{86361CF5-8631-B9CF-4248-7A39D52813A5}"/>
          </ac:spMkLst>
        </pc:spChg>
        <pc:spChg chg="add mod">
          <ac:chgData name="Soma SUGAHARA" userId="7e268bc0aae8c9e4" providerId="LiveId" clId="{B49CFAB1-3505-274F-B804-07A36AD60712}" dt="2025-03-05T01:56:35.359" v="17831" actId="207"/>
          <ac:spMkLst>
            <pc:docMk/>
            <pc:sldMk cId="3378626768" sldId="360"/>
            <ac:spMk id="36" creationId="{0C2BDB2C-1684-3970-2AD2-3822E599D582}"/>
          </ac:spMkLst>
        </pc:spChg>
        <pc:spChg chg="add del mod">
          <ac:chgData name="Soma SUGAHARA" userId="7e268bc0aae8c9e4" providerId="LiveId" clId="{B49CFAB1-3505-274F-B804-07A36AD60712}" dt="2025-03-04T12:34:53.178" v="8282"/>
          <ac:spMkLst>
            <pc:docMk/>
            <pc:sldMk cId="3378626768" sldId="360"/>
            <ac:spMk id="37" creationId="{3CF7CF0F-9EEF-6E52-8AEA-07056098E663}"/>
          </ac:spMkLst>
        </pc:spChg>
        <pc:spChg chg="add del mod">
          <ac:chgData name="Soma SUGAHARA" userId="7e268bc0aae8c9e4" providerId="LiveId" clId="{B49CFAB1-3505-274F-B804-07A36AD60712}" dt="2025-03-04T12:35:01.011" v="8285"/>
          <ac:spMkLst>
            <pc:docMk/>
            <pc:sldMk cId="3378626768" sldId="360"/>
            <ac:spMk id="38" creationId="{3828DD26-9899-72C6-3B92-9A9A3FACD86E}"/>
          </ac:spMkLst>
        </pc:spChg>
        <pc:spChg chg="add del mod">
          <ac:chgData name="Soma SUGAHARA" userId="7e268bc0aae8c9e4" providerId="LiveId" clId="{B49CFAB1-3505-274F-B804-07A36AD60712}" dt="2025-03-04T12:35:33.075" v="8322"/>
          <ac:spMkLst>
            <pc:docMk/>
            <pc:sldMk cId="3378626768" sldId="360"/>
            <ac:spMk id="40" creationId="{D7CBF061-1203-2E57-70B5-56FE0C320F30}"/>
          </ac:spMkLst>
        </pc:spChg>
        <pc:spChg chg="add del mod">
          <ac:chgData name="Soma SUGAHARA" userId="7e268bc0aae8c9e4" providerId="LiveId" clId="{B49CFAB1-3505-274F-B804-07A36AD60712}" dt="2025-03-05T01:56:17.318" v="17808" actId="478"/>
          <ac:spMkLst>
            <pc:docMk/>
            <pc:sldMk cId="3378626768" sldId="360"/>
            <ac:spMk id="49" creationId="{3C8B9AC6-4114-C404-AAB0-D1AFFD0676A2}"/>
          </ac:spMkLst>
        </pc:spChg>
        <pc:picChg chg="mod">
          <ac:chgData name="Soma SUGAHARA" userId="7e268bc0aae8c9e4" providerId="LiveId" clId="{B49CFAB1-3505-274F-B804-07A36AD60712}" dt="2025-03-04T12:34:59.146" v="8283" actId="1076"/>
          <ac:picMkLst>
            <pc:docMk/>
            <pc:sldMk cId="3378626768" sldId="360"/>
            <ac:picMk id="8" creationId="{293428D9-6A82-724C-EDE1-196B7106E286}"/>
          </ac:picMkLst>
        </pc:picChg>
        <pc:picChg chg="mod">
          <ac:chgData name="Soma SUGAHARA" userId="7e268bc0aae8c9e4" providerId="LiveId" clId="{B49CFAB1-3505-274F-B804-07A36AD60712}" dt="2025-03-04T12:35:42.847" v="8325" actId="1076"/>
          <ac:picMkLst>
            <pc:docMk/>
            <pc:sldMk cId="3378626768" sldId="360"/>
            <ac:picMk id="10" creationId="{363F3616-5449-8044-7609-78164D7CDBF9}"/>
          </ac:picMkLst>
        </pc:picChg>
        <pc:picChg chg="mod">
          <ac:chgData name="Soma SUGAHARA" userId="7e268bc0aae8c9e4" providerId="LiveId" clId="{B49CFAB1-3505-274F-B804-07A36AD60712}" dt="2025-03-04T12:34:59.146" v="8283" actId="1076"/>
          <ac:picMkLst>
            <pc:docMk/>
            <pc:sldMk cId="3378626768" sldId="360"/>
            <ac:picMk id="13" creationId="{0D538BA5-EB9E-F522-9A80-4EA9E7D5E2FF}"/>
          </ac:picMkLst>
        </pc:picChg>
        <pc:picChg chg="mod">
          <ac:chgData name="Soma SUGAHARA" userId="7e268bc0aae8c9e4" providerId="LiveId" clId="{B49CFAB1-3505-274F-B804-07A36AD60712}" dt="2025-03-04T12:34:59.146" v="8283" actId="1076"/>
          <ac:picMkLst>
            <pc:docMk/>
            <pc:sldMk cId="3378626768" sldId="360"/>
            <ac:picMk id="16" creationId="{6CA6C069-BEBA-DC18-9405-7108DBF9BD45}"/>
          </ac:picMkLst>
        </pc:picChg>
        <pc:picChg chg="mod">
          <ac:chgData name="Soma SUGAHARA" userId="7e268bc0aae8c9e4" providerId="LiveId" clId="{B49CFAB1-3505-274F-B804-07A36AD60712}" dt="2025-03-04T12:35:42.847" v="8325" actId="1076"/>
          <ac:picMkLst>
            <pc:docMk/>
            <pc:sldMk cId="3378626768" sldId="360"/>
            <ac:picMk id="22" creationId="{CD321098-9C9B-1D4C-1B54-477AF826EA9D}"/>
          </ac:picMkLst>
        </pc:picChg>
        <pc:picChg chg="mod">
          <ac:chgData name="Soma SUGAHARA" userId="7e268bc0aae8c9e4" providerId="LiveId" clId="{B49CFAB1-3505-274F-B804-07A36AD60712}" dt="2025-03-04T12:34:59.146" v="8283" actId="1076"/>
          <ac:picMkLst>
            <pc:docMk/>
            <pc:sldMk cId="3378626768" sldId="360"/>
            <ac:picMk id="24" creationId="{F95E4057-6057-5E31-B9C2-0E7CA00D74FD}"/>
          </ac:picMkLst>
        </pc:picChg>
        <pc:picChg chg="mod">
          <ac:chgData name="Soma SUGAHARA" userId="7e268bc0aae8c9e4" providerId="LiveId" clId="{B49CFAB1-3505-274F-B804-07A36AD60712}" dt="2025-03-04T12:34:59.146" v="8283" actId="1076"/>
          <ac:picMkLst>
            <pc:docMk/>
            <pc:sldMk cId="3378626768" sldId="360"/>
            <ac:picMk id="26" creationId="{44E68553-A630-659F-34DE-6B743186F977}"/>
          </ac:picMkLst>
        </pc:picChg>
        <pc:picChg chg="mod">
          <ac:chgData name="Soma SUGAHARA" userId="7e268bc0aae8c9e4" providerId="LiveId" clId="{B49CFAB1-3505-274F-B804-07A36AD60712}" dt="2025-03-04T12:36:04.949" v="8330" actId="1076"/>
          <ac:picMkLst>
            <pc:docMk/>
            <pc:sldMk cId="3378626768" sldId="360"/>
            <ac:picMk id="30" creationId="{8209DF7C-F08F-3C7A-C012-97313493AA44}"/>
          </ac:picMkLst>
        </pc:picChg>
        <pc:cxnChg chg="mod">
          <ac:chgData name="Soma SUGAHARA" userId="7e268bc0aae8c9e4" providerId="LiveId" clId="{B49CFAB1-3505-274F-B804-07A36AD60712}" dt="2025-03-04T12:35:42.847" v="8325" actId="1076"/>
          <ac:cxnSpMkLst>
            <pc:docMk/>
            <pc:sldMk cId="3378626768" sldId="360"/>
            <ac:cxnSpMk id="12" creationId="{EA601DCE-1E0B-2D20-3008-E7F53C4C3A9A}"/>
          </ac:cxnSpMkLst>
        </pc:cxnChg>
        <pc:cxnChg chg="mod">
          <ac:chgData name="Soma SUGAHARA" userId="7e268bc0aae8c9e4" providerId="LiveId" clId="{B49CFAB1-3505-274F-B804-07A36AD60712}" dt="2025-03-04T12:35:49.515" v="8326" actId="14100"/>
          <ac:cxnSpMkLst>
            <pc:docMk/>
            <pc:sldMk cId="3378626768" sldId="360"/>
            <ac:cxnSpMk id="15" creationId="{393D53C3-9235-4081-4F09-18E72CFC0EB1}"/>
          </ac:cxnSpMkLst>
        </pc:cxnChg>
        <pc:cxnChg chg="mod">
          <ac:chgData name="Soma SUGAHARA" userId="7e268bc0aae8c9e4" providerId="LiveId" clId="{B49CFAB1-3505-274F-B804-07A36AD60712}" dt="2025-03-04T12:35:42.847" v="8325" actId="1076"/>
          <ac:cxnSpMkLst>
            <pc:docMk/>
            <pc:sldMk cId="3378626768" sldId="360"/>
            <ac:cxnSpMk id="20" creationId="{A27497F8-946A-E8C3-F49D-2DC24EEA7C67}"/>
          </ac:cxnSpMkLst>
        </pc:cxnChg>
        <pc:cxnChg chg="mod">
          <ac:chgData name="Soma SUGAHARA" userId="7e268bc0aae8c9e4" providerId="LiveId" clId="{B49CFAB1-3505-274F-B804-07A36AD60712}" dt="2025-03-04T12:34:59.146" v="8283" actId="1076"/>
          <ac:cxnSpMkLst>
            <pc:docMk/>
            <pc:sldMk cId="3378626768" sldId="360"/>
            <ac:cxnSpMk id="28" creationId="{F1A73A0F-9D25-B570-D3B0-6B7F10410741}"/>
          </ac:cxnSpMkLst>
        </pc:cxnChg>
        <pc:cxnChg chg="mod">
          <ac:chgData name="Soma SUGAHARA" userId="7e268bc0aae8c9e4" providerId="LiveId" clId="{B49CFAB1-3505-274F-B804-07A36AD60712}" dt="2025-03-04T12:36:07.234" v="8331" actId="14100"/>
          <ac:cxnSpMkLst>
            <pc:docMk/>
            <pc:sldMk cId="3378626768" sldId="360"/>
            <ac:cxnSpMk id="29" creationId="{E67B774B-0CBF-D6C1-D054-32F46FF4AD7E}"/>
          </ac:cxnSpMkLst>
        </pc:cxnChg>
        <pc:cxnChg chg="mod">
          <ac:chgData name="Soma SUGAHARA" userId="7e268bc0aae8c9e4" providerId="LiveId" clId="{B49CFAB1-3505-274F-B804-07A36AD60712}" dt="2025-03-04T12:36:21.127" v="8335" actId="14100"/>
          <ac:cxnSpMkLst>
            <pc:docMk/>
            <pc:sldMk cId="3378626768" sldId="360"/>
            <ac:cxnSpMk id="33" creationId="{CA60FFC6-868F-B4CC-2483-9D7E368FB54E}"/>
          </ac:cxnSpMkLst>
        </pc:cxnChg>
        <pc:cxnChg chg="mod">
          <ac:chgData name="Soma SUGAHARA" userId="7e268bc0aae8c9e4" providerId="LiveId" clId="{B49CFAB1-3505-274F-B804-07A36AD60712}" dt="2025-03-04T12:36:24.072" v="8336" actId="14100"/>
          <ac:cxnSpMkLst>
            <pc:docMk/>
            <pc:sldMk cId="3378626768" sldId="360"/>
            <ac:cxnSpMk id="34" creationId="{D4ABFCFF-E988-05DE-843D-78F2400A6CEC}"/>
          </ac:cxnSpMkLst>
        </pc:cxnChg>
        <pc:cxnChg chg="mod">
          <ac:chgData name="Soma SUGAHARA" userId="7e268bc0aae8c9e4" providerId="LiveId" clId="{B49CFAB1-3505-274F-B804-07A36AD60712}" dt="2025-03-04T12:37:05.650" v="8407" actId="14100"/>
          <ac:cxnSpMkLst>
            <pc:docMk/>
            <pc:sldMk cId="3378626768" sldId="360"/>
            <ac:cxnSpMk id="35" creationId="{E736BE3C-ECBC-C0F8-20BC-95D8D6A34FF0}"/>
          </ac:cxnSpMkLst>
        </pc:cxnChg>
      </pc:sldChg>
      <pc:sldChg chg="modSp new mod modNotesTx">
        <pc:chgData name="Soma SUGAHARA" userId="7e268bc0aae8c9e4" providerId="LiveId" clId="{B49CFAB1-3505-274F-B804-07A36AD60712}" dt="2025-03-05T01:58:48.187" v="18045" actId="20577"/>
        <pc:sldMkLst>
          <pc:docMk/>
          <pc:sldMk cId="38393159" sldId="361"/>
        </pc:sldMkLst>
        <pc:spChg chg="mod">
          <ac:chgData name="Soma SUGAHARA" userId="7e268bc0aae8c9e4" providerId="LiveId" clId="{B49CFAB1-3505-274F-B804-07A36AD60712}" dt="2025-03-05T00:08:54.459" v="14767" actId="313"/>
          <ac:spMkLst>
            <pc:docMk/>
            <pc:sldMk cId="38393159" sldId="361"/>
            <ac:spMk id="2" creationId="{97850CE9-F87B-9D70-7C53-5E9FDD6803C2}"/>
          </ac:spMkLst>
        </pc:spChg>
        <pc:spChg chg="mod">
          <ac:chgData name="Soma SUGAHARA" userId="7e268bc0aae8c9e4" providerId="LiveId" clId="{B49CFAB1-3505-274F-B804-07A36AD60712}" dt="2025-03-04T12:41:34.209" v="8646" actId="20577"/>
          <ac:spMkLst>
            <pc:docMk/>
            <pc:sldMk cId="38393159" sldId="361"/>
            <ac:spMk id="4" creationId="{D375B5A4-EBB6-F089-D695-DB45D3839FED}"/>
          </ac:spMkLst>
        </pc:spChg>
        <pc:spChg chg="mod">
          <ac:chgData name="Soma SUGAHARA" userId="7e268bc0aae8c9e4" providerId="LiveId" clId="{B49CFAB1-3505-274F-B804-07A36AD60712}" dt="2025-03-04T12:32:06.969" v="8054" actId="20577"/>
          <ac:spMkLst>
            <pc:docMk/>
            <pc:sldMk cId="38393159" sldId="361"/>
            <ac:spMk id="5" creationId="{9FD9D042-0D04-C259-84C8-AE3803EAB595}"/>
          </ac:spMkLst>
        </pc:spChg>
      </pc:sldChg>
      <pc:sldChg chg="addSp modSp add mod modNotesTx">
        <pc:chgData name="Soma SUGAHARA" userId="7e268bc0aae8c9e4" providerId="LiveId" clId="{B49CFAB1-3505-274F-B804-07A36AD60712}" dt="2025-03-05T01:49:34.842" v="17161" actId="20577"/>
        <pc:sldMkLst>
          <pc:docMk/>
          <pc:sldMk cId="3824677724" sldId="362"/>
        </pc:sldMkLst>
        <pc:spChg chg="mod">
          <ac:chgData name="Soma SUGAHARA" userId="7e268bc0aae8c9e4" providerId="LiveId" clId="{B49CFAB1-3505-274F-B804-07A36AD60712}" dt="2025-03-05T01:46:16.454" v="17032"/>
          <ac:spMkLst>
            <pc:docMk/>
            <pc:sldMk cId="3824677724" sldId="362"/>
            <ac:spMk id="2" creationId="{05270A40-0C37-D8F8-978C-B88E00239806}"/>
          </ac:spMkLst>
        </pc:spChg>
        <pc:graphicFrameChg chg="add mod">
          <ac:chgData name="Soma SUGAHARA" userId="7e268bc0aae8c9e4" providerId="LiveId" clId="{B49CFAB1-3505-274F-B804-07A36AD60712}" dt="2025-03-04T12:05:35.464" v="7256"/>
          <ac:graphicFrameMkLst>
            <pc:docMk/>
            <pc:sldMk cId="3824677724" sldId="362"/>
            <ac:graphicFrameMk id="6" creationId="{05014A4C-DBAF-54B5-9F40-136700BEA798}"/>
          </ac:graphicFrameMkLst>
        </pc:graphicFrameChg>
        <pc:graphicFrameChg chg="add mod">
          <ac:chgData name="Soma SUGAHARA" userId="7e268bc0aae8c9e4" providerId="LiveId" clId="{B49CFAB1-3505-274F-B804-07A36AD60712}" dt="2025-03-04T12:06:32.719" v="7308"/>
          <ac:graphicFrameMkLst>
            <pc:docMk/>
            <pc:sldMk cId="3824677724" sldId="362"/>
            <ac:graphicFrameMk id="7" creationId="{96778C2F-0EF3-06BA-6CD9-28C7E04D9B01}"/>
          </ac:graphicFrameMkLst>
        </pc:graphicFrameChg>
      </pc:sldChg>
      <pc:sldChg chg="addSp modSp new del mod ord">
        <pc:chgData name="Soma SUGAHARA" userId="7e268bc0aae8c9e4" providerId="LiveId" clId="{B49CFAB1-3505-274F-B804-07A36AD60712}" dt="2025-03-04T23:38:09.667" v="13175" actId="2696"/>
        <pc:sldMkLst>
          <pc:docMk/>
          <pc:sldMk cId="4147700378" sldId="363"/>
        </pc:sldMkLst>
        <pc:spChg chg="mod">
          <ac:chgData name="Soma SUGAHARA" userId="7e268bc0aae8c9e4" providerId="LiveId" clId="{B49CFAB1-3505-274F-B804-07A36AD60712}" dt="2025-03-04T13:37:03.257" v="10964" actId="20577"/>
          <ac:spMkLst>
            <pc:docMk/>
            <pc:sldMk cId="4147700378" sldId="363"/>
            <ac:spMk id="2" creationId="{3B482CF9-1017-F1AC-49B9-2F07F567C1A1}"/>
          </ac:spMkLst>
        </pc:spChg>
        <pc:spChg chg="mod">
          <ac:chgData name="Soma SUGAHARA" userId="7e268bc0aae8c9e4" providerId="LiveId" clId="{B49CFAB1-3505-274F-B804-07A36AD60712}" dt="2025-03-04T13:14:23.401" v="9808" actId="20577"/>
          <ac:spMkLst>
            <pc:docMk/>
            <pc:sldMk cId="4147700378" sldId="363"/>
            <ac:spMk id="4" creationId="{698D86E3-4CAC-0765-AFFD-B6F4FC669209}"/>
          </ac:spMkLst>
        </pc:spChg>
        <pc:spChg chg="add mod">
          <ac:chgData name="Soma SUGAHARA" userId="7e268bc0aae8c9e4" providerId="LiveId" clId="{B49CFAB1-3505-274F-B804-07A36AD60712}" dt="2025-03-04T13:10:46.672" v="9470"/>
          <ac:spMkLst>
            <pc:docMk/>
            <pc:sldMk cId="4147700378" sldId="363"/>
            <ac:spMk id="6" creationId="{28D151BE-E8D6-7810-AC80-49F7AF27D656}"/>
          </ac:spMkLst>
        </pc:spChg>
        <pc:spChg chg="add mod">
          <ac:chgData name="Soma SUGAHARA" userId="7e268bc0aae8c9e4" providerId="LiveId" clId="{B49CFAB1-3505-274F-B804-07A36AD60712}" dt="2025-03-04T13:11:23.974" v="9516" actId="1076"/>
          <ac:spMkLst>
            <pc:docMk/>
            <pc:sldMk cId="4147700378" sldId="363"/>
            <ac:spMk id="7" creationId="{AB750223-E16B-FDDC-82BB-6DFFF88F43FB}"/>
          </ac:spMkLst>
        </pc:spChg>
      </pc:sldChg>
      <pc:sldChg chg="addSp delSp modSp new mod modNotesTx">
        <pc:chgData name="Soma SUGAHARA" userId="7e268bc0aae8c9e4" providerId="LiveId" clId="{B49CFAB1-3505-274F-B804-07A36AD60712}" dt="2025-03-05T01:58:31.100" v="17976" actId="20577"/>
        <pc:sldMkLst>
          <pc:docMk/>
          <pc:sldMk cId="2472284306" sldId="364"/>
        </pc:sldMkLst>
        <pc:spChg chg="mod">
          <ac:chgData name="Soma SUGAHARA" userId="7e268bc0aae8c9e4" providerId="LiveId" clId="{B49CFAB1-3505-274F-B804-07A36AD60712}" dt="2025-03-05T01:58:19.354" v="17940" actId="20577"/>
          <ac:spMkLst>
            <pc:docMk/>
            <pc:sldMk cId="2472284306" sldId="364"/>
            <ac:spMk id="2" creationId="{31FADDC4-012D-F688-A5CC-8422078B334E}"/>
          </ac:spMkLst>
        </pc:spChg>
        <pc:spChg chg="mod">
          <ac:chgData name="Soma SUGAHARA" userId="7e268bc0aae8c9e4" providerId="LiveId" clId="{B49CFAB1-3505-274F-B804-07A36AD60712}" dt="2025-03-04T15:24:42.202" v="11337" actId="20577"/>
          <ac:spMkLst>
            <pc:docMk/>
            <pc:sldMk cId="2472284306" sldId="364"/>
            <ac:spMk id="4" creationId="{B949E051-2880-BE20-0113-FC7B77BA400B}"/>
          </ac:spMkLst>
        </pc:spChg>
        <pc:spChg chg="add del">
          <ac:chgData name="Soma SUGAHARA" userId="7e268bc0aae8c9e4" providerId="LiveId" clId="{B49CFAB1-3505-274F-B804-07A36AD60712}" dt="2025-03-04T13:24:26.322" v="10718" actId="22"/>
          <ac:spMkLst>
            <pc:docMk/>
            <pc:sldMk cId="2472284306" sldId="364"/>
            <ac:spMk id="7" creationId="{6C1455B9-D6BD-6D67-CFF6-A58DE55C0857}"/>
          </ac:spMkLst>
        </pc:spChg>
        <pc:picChg chg="add mod">
          <ac:chgData name="Soma SUGAHARA" userId="7e268bc0aae8c9e4" providerId="LiveId" clId="{B49CFAB1-3505-274F-B804-07A36AD60712}" dt="2025-03-04T13:25:23.678" v="10734" actId="1076"/>
          <ac:picMkLst>
            <pc:docMk/>
            <pc:sldMk cId="2472284306" sldId="364"/>
            <ac:picMk id="8" creationId="{5066EFC8-AB0F-95E1-F88E-A4E7C04BE564}"/>
          </ac:picMkLst>
        </pc:picChg>
      </pc:sldChg>
      <pc:sldChg chg="modSp add del mod">
        <pc:chgData name="Soma SUGAHARA" userId="7e268bc0aae8c9e4" providerId="LiveId" clId="{B49CFAB1-3505-274F-B804-07A36AD60712}" dt="2025-03-04T23:38:03.830" v="13174" actId="2696"/>
        <pc:sldMkLst>
          <pc:docMk/>
          <pc:sldMk cId="1475656389" sldId="365"/>
        </pc:sldMkLst>
        <pc:spChg chg="mod">
          <ac:chgData name="Soma SUGAHARA" userId="7e268bc0aae8c9e4" providerId="LiveId" clId="{B49CFAB1-3505-274F-B804-07A36AD60712}" dt="2025-03-04T13:20:39.885" v="10467" actId="113"/>
          <ac:spMkLst>
            <pc:docMk/>
            <pc:sldMk cId="1475656389" sldId="365"/>
            <ac:spMk id="2" creationId="{593FFA02-ED4C-952F-3CBA-4F79C9A2DCA3}"/>
          </ac:spMkLst>
        </pc:spChg>
        <pc:spChg chg="mod">
          <ac:chgData name="Soma SUGAHARA" userId="7e268bc0aae8c9e4" providerId="LiveId" clId="{B49CFAB1-3505-274F-B804-07A36AD60712}" dt="2025-03-04T13:16:31.345" v="10027" actId="20577"/>
          <ac:spMkLst>
            <pc:docMk/>
            <pc:sldMk cId="1475656389" sldId="365"/>
            <ac:spMk id="4" creationId="{E4CCA116-F0CD-A863-E0C2-B25AA6BE1F8A}"/>
          </ac:spMkLst>
        </pc:spChg>
      </pc:sldChg>
      <pc:sldChg chg="modSp new mod modNotesTx">
        <pc:chgData name="Soma SUGAHARA" userId="7e268bc0aae8c9e4" providerId="LiveId" clId="{B49CFAB1-3505-274F-B804-07A36AD60712}" dt="2025-03-05T01:09:34.891" v="15909" actId="20577"/>
        <pc:sldMkLst>
          <pc:docMk/>
          <pc:sldMk cId="3612830230" sldId="366"/>
        </pc:sldMkLst>
        <pc:spChg chg="mod">
          <ac:chgData name="Soma SUGAHARA" userId="7e268bc0aae8c9e4" providerId="LiveId" clId="{B49CFAB1-3505-274F-B804-07A36AD60712}" dt="2025-03-04T23:15:02.036" v="12341" actId="20577"/>
          <ac:spMkLst>
            <pc:docMk/>
            <pc:sldMk cId="3612830230" sldId="366"/>
            <ac:spMk id="2" creationId="{D3DC13DF-DEBE-4D6E-41B9-9716E7693906}"/>
          </ac:spMkLst>
        </pc:spChg>
        <pc:spChg chg="mod">
          <ac:chgData name="Soma SUGAHARA" userId="7e268bc0aae8c9e4" providerId="LiveId" clId="{B49CFAB1-3505-274F-B804-07A36AD60712}" dt="2025-03-04T23:07:17.043" v="11728" actId="20577"/>
          <ac:spMkLst>
            <pc:docMk/>
            <pc:sldMk cId="3612830230" sldId="366"/>
            <ac:spMk id="4" creationId="{DFA2DFDD-B97F-69FD-69A2-AD0E78A65943}"/>
          </ac:spMkLst>
        </pc:spChg>
      </pc:sldChg>
      <pc:sldChg chg="modSp new mod">
        <pc:chgData name="Soma SUGAHARA" userId="7e268bc0aae8c9e4" providerId="LiveId" clId="{B49CFAB1-3505-274F-B804-07A36AD60712}" dt="2025-03-05T01:47:03.331" v="17067" actId="403"/>
        <pc:sldMkLst>
          <pc:docMk/>
          <pc:sldMk cId="2816267085" sldId="367"/>
        </pc:sldMkLst>
        <pc:spChg chg="mod">
          <ac:chgData name="Soma SUGAHARA" userId="7e268bc0aae8c9e4" providerId="LiveId" clId="{B49CFAB1-3505-274F-B804-07A36AD60712}" dt="2025-03-05T01:47:03.331" v="17067" actId="403"/>
          <ac:spMkLst>
            <pc:docMk/>
            <pc:sldMk cId="2816267085" sldId="367"/>
            <ac:spMk id="2" creationId="{E6145304-149B-0B06-F9DE-9ED74BBA65A8}"/>
          </ac:spMkLst>
        </pc:spChg>
        <pc:spChg chg="mod">
          <ac:chgData name="Soma SUGAHARA" userId="7e268bc0aae8c9e4" providerId="LiveId" clId="{B49CFAB1-3505-274F-B804-07A36AD60712}" dt="2025-03-04T15:24:34.271" v="11333" actId="20577"/>
          <ac:spMkLst>
            <pc:docMk/>
            <pc:sldMk cId="2816267085" sldId="367"/>
            <ac:spMk id="4" creationId="{42E9B266-8990-E615-DF80-5E69C4A5AD81}"/>
          </ac:spMkLst>
        </pc:spChg>
      </pc:sldChg>
      <pc:sldChg chg="modSp new mod">
        <pc:chgData name="Soma SUGAHARA" userId="7e268bc0aae8c9e4" providerId="LiveId" clId="{B49CFAB1-3505-274F-B804-07A36AD60712}" dt="2025-03-04T23:27:24.560" v="12895" actId="20577"/>
        <pc:sldMkLst>
          <pc:docMk/>
          <pc:sldMk cId="2617509082" sldId="368"/>
        </pc:sldMkLst>
        <pc:spChg chg="mod">
          <ac:chgData name="Soma SUGAHARA" userId="7e268bc0aae8c9e4" providerId="LiveId" clId="{B49CFAB1-3505-274F-B804-07A36AD60712}" dt="2025-03-04T23:22:07.433" v="12868" actId="113"/>
          <ac:spMkLst>
            <pc:docMk/>
            <pc:sldMk cId="2617509082" sldId="368"/>
            <ac:spMk id="2" creationId="{50370A14-E701-0C7C-EE11-4DCD23DE6763}"/>
          </ac:spMkLst>
        </pc:spChg>
        <pc:spChg chg="mod">
          <ac:chgData name="Soma SUGAHARA" userId="7e268bc0aae8c9e4" providerId="LiveId" clId="{B49CFAB1-3505-274F-B804-07A36AD60712}" dt="2025-03-04T23:27:24.560" v="12895" actId="20577"/>
          <ac:spMkLst>
            <pc:docMk/>
            <pc:sldMk cId="2617509082" sldId="368"/>
            <ac:spMk id="4" creationId="{67FE2444-EDB0-3E88-D71F-DB5750A81F33}"/>
          </ac:spMkLst>
        </pc:spChg>
        <pc:spChg chg="mod">
          <ac:chgData name="Soma SUGAHARA" userId="7e268bc0aae8c9e4" providerId="LiveId" clId="{B49CFAB1-3505-274F-B804-07A36AD60712}" dt="2025-03-04T23:19:35.520" v="12366" actId="20577"/>
          <ac:spMkLst>
            <pc:docMk/>
            <pc:sldMk cId="2617509082" sldId="368"/>
            <ac:spMk id="5" creationId="{E03C6E3B-0C04-F7A0-5766-4418F6A855D4}"/>
          </ac:spMkLst>
        </pc:spChg>
      </pc:sldChg>
      <pc:sldChg chg="modSp add mod">
        <pc:chgData name="Soma SUGAHARA" userId="7e268bc0aae8c9e4" providerId="LiveId" clId="{B49CFAB1-3505-274F-B804-07A36AD60712}" dt="2025-03-04T23:31:38.702" v="12907" actId="207"/>
        <pc:sldMkLst>
          <pc:docMk/>
          <pc:sldMk cId="4029187557" sldId="369"/>
        </pc:sldMkLst>
        <pc:spChg chg="mod">
          <ac:chgData name="Soma SUGAHARA" userId="7e268bc0aae8c9e4" providerId="LiveId" clId="{B49CFAB1-3505-274F-B804-07A36AD60712}" dt="2025-03-04T23:31:38.702" v="12907" actId="207"/>
          <ac:spMkLst>
            <pc:docMk/>
            <pc:sldMk cId="4029187557" sldId="369"/>
            <ac:spMk id="2" creationId="{DD419FC0-A98D-5124-9FEA-618746BC7C05}"/>
          </ac:spMkLst>
        </pc:spChg>
      </pc:sldChg>
      <pc:sldChg chg="modSp add mod modNotesTx">
        <pc:chgData name="Soma SUGAHARA" userId="7e268bc0aae8c9e4" providerId="LiveId" clId="{B49CFAB1-3505-274F-B804-07A36AD60712}" dt="2025-03-05T01:59:22.981" v="18134" actId="20577"/>
        <pc:sldMkLst>
          <pc:docMk/>
          <pc:sldMk cId="2366526156" sldId="370"/>
        </pc:sldMkLst>
        <pc:spChg chg="mod">
          <ac:chgData name="Soma SUGAHARA" userId="7e268bc0aae8c9e4" providerId="LiveId" clId="{B49CFAB1-3505-274F-B804-07A36AD60712}" dt="2025-03-04T23:31:48.350" v="12909" actId="207"/>
          <ac:spMkLst>
            <pc:docMk/>
            <pc:sldMk cId="2366526156" sldId="370"/>
            <ac:spMk id="2" creationId="{80C50A52-58C8-836B-EC7E-A511F37254AB}"/>
          </ac:spMkLst>
        </pc:spChg>
      </pc:sldChg>
      <pc:sldChg chg="modSp add mod modNotesTx">
        <pc:chgData name="Soma SUGAHARA" userId="7e268bc0aae8c9e4" providerId="LiveId" clId="{B49CFAB1-3505-274F-B804-07A36AD60712}" dt="2025-03-05T01:49:52.105" v="17239" actId="20577"/>
        <pc:sldMkLst>
          <pc:docMk/>
          <pc:sldMk cId="2772384792" sldId="371"/>
        </pc:sldMkLst>
        <pc:spChg chg="mod">
          <ac:chgData name="Soma SUGAHARA" userId="7e268bc0aae8c9e4" providerId="LiveId" clId="{B49CFAB1-3505-274F-B804-07A36AD60712}" dt="2025-03-04T23:31:59.241" v="12911" actId="207"/>
          <ac:spMkLst>
            <pc:docMk/>
            <pc:sldMk cId="2772384792" sldId="371"/>
            <ac:spMk id="2" creationId="{342DE1CC-B9CE-9D3C-6C0B-984C705C55D5}"/>
          </ac:spMkLst>
        </pc:spChg>
      </pc:sldChg>
      <pc:sldChg chg="modSp new del mod">
        <pc:chgData name="Soma SUGAHARA" userId="7e268bc0aae8c9e4" providerId="LiveId" clId="{B49CFAB1-3505-274F-B804-07A36AD60712}" dt="2025-03-05T02:01:36.575" v="18135" actId="2696"/>
        <pc:sldMkLst>
          <pc:docMk/>
          <pc:sldMk cId="1074922758" sldId="372"/>
        </pc:sldMkLst>
        <pc:spChg chg="mod">
          <ac:chgData name="Soma SUGAHARA" userId="7e268bc0aae8c9e4" providerId="LiveId" clId="{B49CFAB1-3505-274F-B804-07A36AD60712}" dt="2025-03-04T23:35:18.275" v="13031" actId="20577"/>
          <ac:spMkLst>
            <pc:docMk/>
            <pc:sldMk cId="1074922758" sldId="372"/>
            <ac:spMk id="4" creationId="{00BF9B09-5512-6BE4-7205-9277B7346DDD}"/>
          </ac:spMkLst>
        </pc:spChg>
        <pc:spChg chg="mod">
          <ac:chgData name="Soma SUGAHARA" userId="7e268bc0aae8c9e4" providerId="LiveId" clId="{B49CFAB1-3505-274F-B804-07A36AD60712}" dt="2025-03-04T23:35:15.506" v="13016" actId="20577"/>
          <ac:spMkLst>
            <pc:docMk/>
            <pc:sldMk cId="1074922758" sldId="372"/>
            <ac:spMk id="5" creationId="{737D3514-468D-87B0-A9A3-CD561563E724}"/>
          </ac:spMkLst>
        </pc:spChg>
      </pc:sldChg>
      <pc:sldChg chg="addSp delSp modSp new del mod">
        <pc:chgData name="Soma SUGAHARA" userId="7e268bc0aae8c9e4" providerId="LiveId" clId="{B49CFAB1-3505-274F-B804-07A36AD60712}" dt="2025-03-04T23:35:07.600" v="12991" actId="680"/>
        <pc:sldMkLst>
          <pc:docMk/>
          <pc:sldMk cId="1153799878" sldId="372"/>
        </pc:sldMkLst>
        <pc:spChg chg="add del mod">
          <ac:chgData name="Soma SUGAHARA" userId="7e268bc0aae8c9e4" providerId="LiveId" clId="{B49CFAB1-3505-274F-B804-07A36AD60712}" dt="2025-03-04T23:35:06.523" v="12989" actId="5793"/>
          <ac:spMkLst>
            <pc:docMk/>
            <pc:sldMk cId="1153799878" sldId="372"/>
            <ac:spMk id="2" creationId="{CA225246-BE72-20FE-BF33-30BC5DB8AB30}"/>
          </ac:spMkLst>
        </pc:spChg>
        <pc:spChg chg="mod">
          <ac:chgData name="Soma SUGAHARA" userId="7e268bc0aae8c9e4" providerId="LiveId" clId="{B49CFAB1-3505-274F-B804-07A36AD60712}" dt="2025-03-04T23:35:07.168" v="12990" actId="20577"/>
          <ac:spMkLst>
            <pc:docMk/>
            <pc:sldMk cId="1153799878" sldId="372"/>
            <ac:spMk id="4" creationId="{B7F98BFE-2144-D670-B6FC-7C1A6C8C53B8}"/>
          </ac:spMkLst>
        </pc:spChg>
        <pc:picChg chg="add mod">
          <ac:chgData name="Soma SUGAHARA" userId="7e268bc0aae8c9e4" providerId="LiveId" clId="{B49CFAB1-3505-274F-B804-07A36AD60712}" dt="2025-03-04T23:35:00.299" v="12975"/>
          <ac:picMkLst>
            <pc:docMk/>
            <pc:sldMk cId="1153799878" sldId="372"/>
            <ac:picMk id="7" creationId="{F93A2340-050D-A2E9-976C-6B7921B25BC5}"/>
          </ac:picMkLst>
        </pc:picChg>
      </pc:sldChg>
      <pc:sldChg chg="addSp delSp modSp add mod">
        <pc:chgData name="Soma SUGAHARA" userId="7e268bc0aae8c9e4" providerId="LiveId" clId="{B49CFAB1-3505-274F-B804-07A36AD60712}" dt="2025-03-04T23:36:35.172" v="13106" actId="20577"/>
        <pc:sldMkLst>
          <pc:docMk/>
          <pc:sldMk cId="1813922366" sldId="373"/>
        </pc:sldMkLst>
        <pc:spChg chg="del">
          <ac:chgData name="Soma SUGAHARA" userId="7e268bc0aae8c9e4" providerId="LiveId" clId="{B49CFAB1-3505-274F-B804-07A36AD60712}" dt="2025-03-04T23:35:34.488" v="13036"/>
          <ac:spMkLst>
            <pc:docMk/>
            <pc:sldMk cId="1813922366" sldId="373"/>
            <ac:spMk id="2" creationId="{A14A09A4-7E7A-C6C6-DDAF-8D82AEFE789E}"/>
          </ac:spMkLst>
        </pc:spChg>
        <pc:spChg chg="mod">
          <ac:chgData name="Soma SUGAHARA" userId="7e268bc0aae8c9e4" providerId="LiveId" clId="{B49CFAB1-3505-274F-B804-07A36AD60712}" dt="2025-03-04T23:36:35.172" v="13106" actId="20577"/>
          <ac:spMkLst>
            <pc:docMk/>
            <pc:sldMk cId="1813922366" sldId="373"/>
            <ac:spMk id="4" creationId="{A8724332-485C-1E68-2C76-D0A8AA03967A}"/>
          </ac:spMkLst>
        </pc:spChg>
        <pc:picChg chg="add mod">
          <ac:chgData name="Soma SUGAHARA" userId="7e268bc0aae8c9e4" providerId="LiveId" clId="{B49CFAB1-3505-274F-B804-07A36AD60712}" dt="2025-03-04T23:35:36.263" v="13037" actId="27614"/>
          <ac:picMkLst>
            <pc:docMk/>
            <pc:sldMk cId="1813922366" sldId="373"/>
            <ac:picMk id="7" creationId="{B89C22B4-4EF9-F0E6-5C15-D2DEA0BE7543}"/>
          </ac:picMkLst>
        </pc:picChg>
      </pc:sldChg>
      <pc:sldChg chg="addSp delSp modSp add mod">
        <pc:chgData name="Soma SUGAHARA" userId="7e268bc0aae8c9e4" providerId="LiveId" clId="{B49CFAB1-3505-274F-B804-07A36AD60712}" dt="2025-03-04T23:36:29.941" v="13096" actId="20577"/>
        <pc:sldMkLst>
          <pc:docMk/>
          <pc:sldMk cId="3026639181" sldId="374"/>
        </pc:sldMkLst>
        <pc:spChg chg="del">
          <ac:chgData name="Soma SUGAHARA" userId="7e268bc0aae8c9e4" providerId="LiveId" clId="{B49CFAB1-3505-274F-B804-07A36AD60712}" dt="2025-03-04T23:35:46.447" v="13038"/>
          <ac:spMkLst>
            <pc:docMk/>
            <pc:sldMk cId="3026639181" sldId="374"/>
            <ac:spMk id="2" creationId="{AB86628F-12A5-BE52-2532-C2B6DE91B137}"/>
          </ac:spMkLst>
        </pc:spChg>
        <pc:spChg chg="mod">
          <ac:chgData name="Soma SUGAHARA" userId="7e268bc0aae8c9e4" providerId="LiveId" clId="{B49CFAB1-3505-274F-B804-07A36AD60712}" dt="2025-03-04T23:36:29.941" v="13096" actId="20577"/>
          <ac:spMkLst>
            <pc:docMk/>
            <pc:sldMk cId="3026639181" sldId="374"/>
            <ac:spMk id="4" creationId="{86BFAC8F-0776-EBE7-950A-F02D74214AB1}"/>
          </ac:spMkLst>
        </pc:spChg>
        <pc:picChg chg="add mod">
          <ac:chgData name="Soma SUGAHARA" userId="7e268bc0aae8c9e4" providerId="LiveId" clId="{B49CFAB1-3505-274F-B804-07A36AD60712}" dt="2025-03-04T23:35:48.112" v="13039" actId="27614"/>
          <ac:picMkLst>
            <pc:docMk/>
            <pc:sldMk cId="3026639181" sldId="374"/>
            <ac:picMk id="7" creationId="{BC5D910C-E14A-6FD8-61A1-49BE072F1E31}"/>
          </ac:picMkLst>
        </pc:picChg>
      </pc:sldChg>
      <pc:sldChg chg="addSp delSp modSp add mod">
        <pc:chgData name="Soma SUGAHARA" userId="7e268bc0aae8c9e4" providerId="LiveId" clId="{B49CFAB1-3505-274F-B804-07A36AD60712}" dt="2025-03-04T23:36:25.746" v="13085" actId="20577"/>
        <pc:sldMkLst>
          <pc:docMk/>
          <pc:sldMk cId="1492127464" sldId="375"/>
        </pc:sldMkLst>
        <pc:spChg chg="del">
          <ac:chgData name="Soma SUGAHARA" userId="7e268bc0aae8c9e4" providerId="LiveId" clId="{B49CFAB1-3505-274F-B804-07A36AD60712}" dt="2025-03-04T23:36:00.993" v="13040"/>
          <ac:spMkLst>
            <pc:docMk/>
            <pc:sldMk cId="1492127464" sldId="375"/>
            <ac:spMk id="2" creationId="{4E5232B7-58CB-7D44-942B-3212E00168F2}"/>
          </ac:spMkLst>
        </pc:spChg>
        <pc:spChg chg="mod">
          <ac:chgData name="Soma SUGAHARA" userId="7e268bc0aae8c9e4" providerId="LiveId" clId="{B49CFAB1-3505-274F-B804-07A36AD60712}" dt="2025-03-04T23:36:25.746" v="13085" actId="20577"/>
          <ac:spMkLst>
            <pc:docMk/>
            <pc:sldMk cId="1492127464" sldId="375"/>
            <ac:spMk id="4" creationId="{8139D62F-CD5B-4A5E-11EE-C643A3686177}"/>
          </ac:spMkLst>
        </pc:spChg>
        <pc:picChg chg="add mod">
          <ac:chgData name="Soma SUGAHARA" userId="7e268bc0aae8c9e4" providerId="LiveId" clId="{B49CFAB1-3505-274F-B804-07A36AD60712}" dt="2025-03-04T23:36:02.879" v="13041" actId="27614"/>
          <ac:picMkLst>
            <pc:docMk/>
            <pc:sldMk cId="1492127464" sldId="375"/>
            <ac:picMk id="7" creationId="{E5956688-F99E-3556-8F48-085F4DCFE25E}"/>
          </ac:picMkLst>
        </pc:picChg>
      </pc:sldChg>
      <pc:sldChg chg="addSp delSp modSp add mod">
        <pc:chgData name="Soma SUGAHARA" userId="7e268bc0aae8c9e4" providerId="LiveId" clId="{B49CFAB1-3505-274F-B804-07A36AD60712}" dt="2025-03-04T23:36:19.817" v="13072" actId="20577"/>
        <pc:sldMkLst>
          <pc:docMk/>
          <pc:sldMk cId="4199873536" sldId="376"/>
        </pc:sldMkLst>
        <pc:spChg chg="del">
          <ac:chgData name="Soma SUGAHARA" userId="7e268bc0aae8c9e4" providerId="LiveId" clId="{B49CFAB1-3505-274F-B804-07A36AD60712}" dt="2025-03-04T23:36:12.924" v="13042"/>
          <ac:spMkLst>
            <pc:docMk/>
            <pc:sldMk cId="4199873536" sldId="376"/>
            <ac:spMk id="2" creationId="{3DA2552C-3518-653E-0FD5-ABD4E6D34586}"/>
          </ac:spMkLst>
        </pc:spChg>
        <pc:spChg chg="mod">
          <ac:chgData name="Soma SUGAHARA" userId="7e268bc0aae8c9e4" providerId="LiveId" clId="{B49CFAB1-3505-274F-B804-07A36AD60712}" dt="2025-03-04T23:36:19.817" v="13072" actId="20577"/>
          <ac:spMkLst>
            <pc:docMk/>
            <pc:sldMk cId="4199873536" sldId="376"/>
            <ac:spMk id="4" creationId="{A47E4559-0696-05C4-61DE-A0BFE514A20F}"/>
          </ac:spMkLst>
        </pc:spChg>
        <pc:picChg chg="add mod">
          <ac:chgData name="Soma SUGAHARA" userId="7e268bc0aae8c9e4" providerId="LiveId" clId="{B49CFAB1-3505-274F-B804-07A36AD60712}" dt="2025-03-04T23:36:14.748" v="13043" actId="27614"/>
          <ac:picMkLst>
            <pc:docMk/>
            <pc:sldMk cId="4199873536" sldId="376"/>
            <ac:picMk id="7" creationId="{6F56F2F4-76E2-5E98-368A-B21CEFB8A154}"/>
          </ac:picMkLst>
        </pc:picChg>
      </pc:sldChg>
      <pc:sldChg chg="addSp delSp modSp new mod">
        <pc:chgData name="Soma SUGAHARA" userId="7e268bc0aae8c9e4" providerId="LiveId" clId="{B49CFAB1-3505-274F-B804-07A36AD60712}" dt="2025-03-05T02:02:15.381" v="18176" actId="14100"/>
        <pc:sldMkLst>
          <pc:docMk/>
          <pc:sldMk cId="2283481565" sldId="377"/>
        </pc:sldMkLst>
        <pc:spChg chg="del">
          <ac:chgData name="Soma SUGAHARA" userId="7e268bc0aae8c9e4" providerId="LiveId" clId="{B49CFAB1-3505-274F-B804-07A36AD60712}" dt="2025-03-05T02:02:09.713" v="18172"/>
          <ac:spMkLst>
            <pc:docMk/>
            <pc:sldMk cId="2283481565" sldId="377"/>
            <ac:spMk id="2" creationId="{2422A465-E637-3C86-7ADC-DB7926B280FF}"/>
          </ac:spMkLst>
        </pc:spChg>
        <pc:spChg chg="mod">
          <ac:chgData name="Soma SUGAHARA" userId="7e268bc0aae8c9e4" providerId="LiveId" clId="{B49CFAB1-3505-274F-B804-07A36AD60712}" dt="2025-03-05T02:01:48.948" v="18161" actId="20577"/>
          <ac:spMkLst>
            <pc:docMk/>
            <pc:sldMk cId="2283481565" sldId="377"/>
            <ac:spMk id="4" creationId="{53C15E0E-2725-DB90-D3C5-AAC659212E70}"/>
          </ac:spMkLst>
        </pc:spChg>
        <pc:spChg chg="mod">
          <ac:chgData name="Soma SUGAHARA" userId="7e268bc0aae8c9e4" providerId="LiveId" clId="{B49CFAB1-3505-274F-B804-07A36AD60712}" dt="2025-03-05T02:01:51.929" v="18171" actId="20577"/>
          <ac:spMkLst>
            <pc:docMk/>
            <pc:sldMk cId="2283481565" sldId="377"/>
            <ac:spMk id="5" creationId="{2C408B4A-80D4-60DE-1E19-FDE5238EF900}"/>
          </ac:spMkLst>
        </pc:spChg>
        <pc:picChg chg="add mod">
          <ac:chgData name="Soma SUGAHARA" userId="7e268bc0aae8c9e4" providerId="LiveId" clId="{B49CFAB1-3505-274F-B804-07A36AD60712}" dt="2025-03-05T02:02:15.381" v="18176" actId="14100"/>
          <ac:picMkLst>
            <pc:docMk/>
            <pc:sldMk cId="2283481565" sldId="377"/>
            <ac:picMk id="7" creationId="{A156028E-F7DD-814F-0C4B-46EBADC91062}"/>
          </ac:picMkLst>
        </pc:picChg>
      </pc:sldChg>
      <pc:sldChg chg="addSp modSp new del mod ord">
        <pc:chgData name="Soma SUGAHARA" userId="7e268bc0aae8c9e4" providerId="LiveId" clId="{B49CFAB1-3505-274F-B804-07A36AD60712}" dt="2025-03-05T01:49:11.511" v="17119" actId="2696"/>
        <pc:sldMkLst>
          <pc:docMk/>
          <pc:sldMk cId="3793968069" sldId="377"/>
        </pc:sldMkLst>
        <pc:spChg chg="mod">
          <ac:chgData name="Soma SUGAHARA" userId="7e268bc0aae8c9e4" providerId="LiveId" clId="{B49CFAB1-3505-274F-B804-07A36AD60712}" dt="2025-03-05T01:47:41.195" v="17082" actId="20577"/>
          <ac:spMkLst>
            <pc:docMk/>
            <pc:sldMk cId="3793968069" sldId="377"/>
            <ac:spMk id="2" creationId="{627C0BBA-E7EB-77B6-9E27-E79C4E5A3956}"/>
          </ac:spMkLst>
        </pc:spChg>
        <pc:spChg chg="mod">
          <ac:chgData name="Soma SUGAHARA" userId="7e268bc0aae8c9e4" providerId="LiveId" clId="{B49CFAB1-3505-274F-B804-07A36AD60712}" dt="2025-03-05T01:48:07.057" v="17118" actId="20577"/>
          <ac:spMkLst>
            <pc:docMk/>
            <pc:sldMk cId="3793968069" sldId="377"/>
            <ac:spMk id="4" creationId="{E8A4D87A-891C-C730-58EA-58837E432F66}"/>
          </ac:spMkLst>
        </pc:spChg>
        <pc:picChg chg="add mod">
          <ac:chgData name="Soma SUGAHARA" userId="7e268bc0aae8c9e4" providerId="LiveId" clId="{B49CFAB1-3505-274F-B804-07A36AD60712}" dt="2025-03-05T01:47:51.688" v="17084" actId="1076"/>
          <ac:picMkLst>
            <pc:docMk/>
            <pc:sldMk cId="3793968069" sldId="377"/>
            <ac:picMk id="6" creationId="{94928D92-13A1-34C8-72DD-7AC54CC1E297}"/>
          </ac:picMkLst>
        </pc:picChg>
      </pc:sldChg>
      <pc:sldChg chg="addSp delSp modSp new mod">
        <pc:chgData name="Soma SUGAHARA" userId="7e268bc0aae8c9e4" providerId="LiveId" clId="{B49CFAB1-3505-274F-B804-07A36AD60712}" dt="2025-03-05T02:04:14.503" v="18217" actId="20577"/>
        <pc:sldMkLst>
          <pc:docMk/>
          <pc:sldMk cId="2903915297" sldId="378"/>
        </pc:sldMkLst>
        <pc:spChg chg="del">
          <ac:chgData name="Soma SUGAHARA" userId="7e268bc0aae8c9e4" providerId="LiveId" clId="{B49CFAB1-3505-274F-B804-07A36AD60712}" dt="2025-03-05T02:03:57.581" v="18178"/>
          <ac:spMkLst>
            <pc:docMk/>
            <pc:sldMk cId="2903915297" sldId="378"/>
            <ac:spMk id="2" creationId="{A8BEB58E-2826-5E5F-E1A4-1C5487D05C29}"/>
          </ac:spMkLst>
        </pc:spChg>
        <pc:spChg chg="mod">
          <ac:chgData name="Soma SUGAHARA" userId="7e268bc0aae8c9e4" providerId="LiveId" clId="{B49CFAB1-3505-274F-B804-07A36AD60712}" dt="2025-03-05T02:04:12.911" v="18209" actId="20577"/>
          <ac:spMkLst>
            <pc:docMk/>
            <pc:sldMk cId="2903915297" sldId="378"/>
            <ac:spMk id="4" creationId="{ACCF1136-A226-3C73-A7DD-FABB8700E1BB}"/>
          </ac:spMkLst>
        </pc:spChg>
        <pc:spChg chg="mod">
          <ac:chgData name="Soma SUGAHARA" userId="7e268bc0aae8c9e4" providerId="LiveId" clId="{B49CFAB1-3505-274F-B804-07A36AD60712}" dt="2025-03-05T02:04:14.503" v="18217" actId="20577"/>
          <ac:spMkLst>
            <pc:docMk/>
            <pc:sldMk cId="2903915297" sldId="378"/>
            <ac:spMk id="5" creationId="{3A99CAF3-9799-8523-EAB3-AD942D115B0C}"/>
          </ac:spMkLst>
        </pc:spChg>
        <pc:picChg chg="add mod">
          <ac:chgData name="Soma SUGAHARA" userId="7e268bc0aae8c9e4" providerId="LiveId" clId="{B49CFAB1-3505-274F-B804-07A36AD60712}" dt="2025-03-05T02:04:07.011" v="18185" actId="14100"/>
          <ac:picMkLst>
            <pc:docMk/>
            <pc:sldMk cId="2903915297" sldId="378"/>
            <ac:picMk id="7" creationId="{62500BC3-90B6-E827-8460-B47CB0A6B596}"/>
          </ac:picMkLst>
        </pc:picChg>
      </pc:sldChg>
      <pc:sldChg chg="addSp delSp modSp new mod ord">
        <pc:chgData name="Soma SUGAHARA" userId="7e268bc0aae8c9e4" providerId="LiveId" clId="{B49CFAB1-3505-274F-B804-07A36AD60712}" dt="2025-03-05T02:04:58.300" v="18290" actId="20578"/>
        <pc:sldMkLst>
          <pc:docMk/>
          <pc:sldMk cId="1512279395" sldId="379"/>
        </pc:sldMkLst>
        <pc:spChg chg="del">
          <ac:chgData name="Soma SUGAHARA" userId="7e268bc0aae8c9e4" providerId="LiveId" clId="{B49CFAB1-3505-274F-B804-07A36AD60712}" dt="2025-03-05T02:04:32.211" v="18219"/>
          <ac:spMkLst>
            <pc:docMk/>
            <pc:sldMk cId="1512279395" sldId="379"/>
            <ac:spMk id="2" creationId="{7477C89B-F39B-73A3-37A0-C0C736C66032}"/>
          </ac:spMkLst>
        </pc:spChg>
        <pc:spChg chg="mod">
          <ac:chgData name="Soma SUGAHARA" userId="7e268bc0aae8c9e4" providerId="LiveId" clId="{B49CFAB1-3505-274F-B804-07A36AD60712}" dt="2025-03-05T02:04:38.706" v="18259" actId="20577"/>
          <ac:spMkLst>
            <pc:docMk/>
            <pc:sldMk cId="1512279395" sldId="379"/>
            <ac:spMk id="4" creationId="{33DCBC06-1DCF-973E-92B1-10A7D0360303}"/>
          </ac:spMkLst>
        </pc:spChg>
        <pc:spChg chg="mod">
          <ac:chgData name="Soma SUGAHARA" userId="7e268bc0aae8c9e4" providerId="LiveId" clId="{B49CFAB1-3505-274F-B804-07A36AD60712}" dt="2025-03-05T02:04:43.921" v="18283" actId="20577"/>
          <ac:spMkLst>
            <pc:docMk/>
            <pc:sldMk cId="1512279395" sldId="379"/>
            <ac:spMk id="5" creationId="{0E1A8113-D81C-C8B8-3CAE-41A927CF0CA4}"/>
          </ac:spMkLst>
        </pc:spChg>
        <pc:picChg chg="add mod">
          <ac:chgData name="Soma SUGAHARA" userId="7e268bc0aae8c9e4" providerId="LiveId" clId="{B49CFAB1-3505-274F-B804-07A36AD60712}" dt="2025-03-05T02:04:51.918" v="18287" actId="14100"/>
          <ac:picMkLst>
            <pc:docMk/>
            <pc:sldMk cId="1512279395" sldId="379"/>
            <ac:picMk id="7" creationId="{4B666938-905A-B293-B448-F87CC177D6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AD87E-8619-4F4E-9A4D-50E693B11CD7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886EB-1BF0-154B-B98C-7A92C7B7D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08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表記の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843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955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タイポスクワッティングとは正しいドメイン、、</a:t>
            </a:r>
            <a:endParaRPr kumimoji="1" lang="en-US" altLang="ja-JP" dirty="0"/>
          </a:p>
          <a:p>
            <a:r>
              <a:rPr kumimoji="1" lang="ja-JP" altLang="en-US"/>
              <a:t>ある企業が</a:t>
            </a:r>
            <a:r>
              <a:rPr kumimoji="1" lang="en-US" altLang="ja-JP" dirty="0" err="1"/>
              <a:t>example.com</a:t>
            </a:r>
            <a:r>
              <a:rPr kumimoji="1" lang="ja-JP" altLang="en-US"/>
              <a:t>を持ってる、サービスにアクセスするユーザがいる</a:t>
            </a:r>
            <a:endParaRPr kumimoji="1" lang="en-US" altLang="ja-JP" dirty="0"/>
          </a:p>
          <a:p>
            <a:r>
              <a:rPr kumimoji="1" lang="ja-JP" altLang="en-US"/>
              <a:t>メールについての対策があまりされていない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30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次に関連研究です。まず、、、</a:t>
            </a:r>
            <a:endParaRPr kumimoji="1" lang="en-US" altLang="ja-JP" dirty="0"/>
          </a:p>
          <a:p>
            <a:r>
              <a:rPr kumimoji="1" lang="ja-JP" altLang="en-US"/>
              <a:t>１つ目として、</a:t>
            </a:r>
            <a:endParaRPr kumimoji="1" lang="en-US" altLang="ja-JP" dirty="0"/>
          </a:p>
          <a:p>
            <a:r>
              <a:rPr kumimoji="1" lang="ja-JP" altLang="en-US"/>
              <a:t>２つ目として、、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43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タイポスクワッティングの対策として、、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367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そこで、効率的に、、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237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ここで、関連研究におけるタイポスクワッティングドメイン、、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02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まとめると、関連研究より、、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419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本研究の流れについて、、、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464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ここで、編集距離の定義を行います。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158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次に、研究対象のドメインについて、、、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dirty="0">
                <a:solidFill>
                  <a:srgbClr val="000000"/>
                </a:solidFill>
                <a:effectLst/>
                <a:latin typeface="Helvetica" pitchFamily="2" charset="0"/>
              </a:rPr>
              <a:t>RFC5321 </a:t>
            </a:r>
            <a:r>
              <a:rPr lang="ja-JP" altLang="en-US">
                <a:solidFill>
                  <a:srgbClr val="000000"/>
                </a:solidFill>
                <a:effectLst/>
                <a:latin typeface="Helvetica" pitchFamily="2" charset="0"/>
              </a:rPr>
              <a:t>および</a:t>
            </a:r>
            <a:r>
              <a:rPr lang="en" altLang="ja-JP" dirty="0">
                <a:solidFill>
                  <a:srgbClr val="000000"/>
                </a:solidFill>
                <a:effectLst/>
                <a:latin typeface="Helvetica" pitchFamily="2" charset="0"/>
              </a:rPr>
              <a:t>RFC5322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1059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調査概要について、、、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195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まず、調査用</a:t>
            </a:r>
            <a:r>
              <a:rPr kumimoji="1" lang="en-US" altLang="ja-JP" dirty="0"/>
              <a:t>Web</a:t>
            </a:r>
            <a:r>
              <a:rPr kumimoji="1" lang="ja-JP" altLang="en-US"/>
              <a:t>サイトについてです。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左下にメアドと会社名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秒数で焦りを誘発してタイポを取れるようにしてる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7548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入力されたメールアドレスからタイポドメインを収集、、、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383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調査結果についてです。、、、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ここで抽出した</a:t>
            </a:r>
            <a:r>
              <a:rPr kumimoji="1" lang="en-US" altLang="ja-JP" dirty="0"/>
              <a:t>916</a:t>
            </a:r>
            <a:r>
              <a:rPr kumimoji="1" lang="ja-JP" altLang="en-US"/>
              <a:t>個のタイポドメインからタイプミスの傾向を分析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679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次に入力データからタイプミスを抽出、、、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953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分析手法についてです。</a:t>
            </a:r>
            <a:endParaRPr kumimoji="1" lang="en-US" altLang="ja-JP" dirty="0"/>
          </a:p>
          <a:p>
            <a:r>
              <a:rPr kumimoji="1" lang="ja-JP" altLang="en-US"/>
              <a:t>先ほど収集したタイポドメインから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080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分析結果です。時間の都合上、特に傾向が見られたものを抜粋して紹介します。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827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ここは特に共有したい結果。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2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最後に、収集したタイプミスをもとに生成モデルを作成します。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984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収集したデータが少なかったことからルールベースで、、</a:t>
            </a:r>
            <a:endParaRPr kumimoji="1" lang="en-US" altLang="ja-JP" dirty="0"/>
          </a:p>
          <a:p>
            <a:r>
              <a:rPr kumimoji="1" lang="ja-JP" altLang="en-US"/>
              <a:t>調査・分析で行ったタイプミスの抽出を行い、ルールを作成します。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904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一覧を生成するときのランク付けの指標についてお話しします、、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995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最後に生成モデルの評価についてです。</a:t>
            </a:r>
            <a:endParaRPr kumimoji="1" lang="en-US" altLang="ja-JP" dirty="0"/>
          </a:p>
          <a:p>
            <a:r>
              <a:rPr kumimoji="1" lang="ja-JP" altLang="en-US"/>
              <a:t>抽出したデータをルール登録用と評価用の</a:t>
            </a:r>
            <a:r>
              <a:rPr kumimoji="1" lang="en-US" altLang="ja-JP" dirty="0"/>
              <a:t>2</a:t>
            </a:r>
            <a:r>
              <a:rPr kumimoji="1" lang="ja-JP" altLang="en-US"/>
              <a:t>つに分けます。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96937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評価指標としては、</a:t>
            </a:r>
            <a:r>
              <a:rPr kumimoji="1" lang="en-US" altLang="ja-JP" dirty="0"/>
              <a:t>2</a:t>
            </a:r>
            <a:r>
              <a:rPr kumimoji="1" lang="ja-JP" altLang="en-US"/>
              <a:t>つ設けています。</a:t>
            </a:r>
            <a:endParaRPr kumimoji="1" lang="en-US" altLang="ja-JP" dirty="0"/>
          </a:p>
          <a:p>
            <a:r>
              <a:rPr kumimoji="1" lang="ja-JP" altLang="en-US"/>
              <a:t>生成数は、、、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2946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最後に今後の展望です。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4710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0FF5-A76D-50E6-A0CF-9D615638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85177-5C5D-27F1-7BDD-1A96E665C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C3DD8-33E9-AE24-0BE2-D80651FE2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7A30C-1A7F-3AB7-DCA4-59E60A0D2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6EB-1BF0-154B-B98C-7A92C7B7D33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972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1847F8-E2AA-844B-A1EE-829AB43D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>
                <a:latin typeface="+mn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79A480-3469-5047-AE06-BB1C5679A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E898A38-AFE3-5789-7CA0-599A40517BB8}"/>
              </a:ext>
            </a:extLst>
          </p:cNvPr>
          <p:cNvCxnSpPr/>
          <p:nvPr userDrawn="1"/>
        </p:nvCxnSpPr>
        <p:spPr>
          <a:xfrm>
            <a:off x="725805" y="3509963"/>
            <a:ext cx="7692390" cy="0"/>
          </a:xfrm>
          <a:prstGeom prst="line">
            <a:avLst/>
          </a:prstGeom>
          <a:ln>
            <a:solidFill>
              <a:srgbClr val="8D193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6BFA93AE-0158-5FE7-5841-C90AF3DC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latin typeface="+mn-lt"/>
              </a:defRPr>
            </a:lvl1pPr>
          </a:lstStyle>
          <a:p>
            <a:r>
              <a:rPr lang="en-US" altLang="ja-JP"/>
              <a:t>2023/12/18</a:t>
            </a:r>
            <a:endParaRPr lang="ja-JP" altLang="en-US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1E5C9A34-3E99-9B65-3EC0-328652B3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+mn-lt"/>
              </a:defRPr>
            </a:lvl1pPr>
          </a:lstStyle>
          <a:p>
            <a:fld id="{FF048DB3-8E30-DB42-BCAD-14D1B511590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1233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09C7A5-75D8-8F4C-9075-C15709267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4991097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68118C-1D45-A64B-A977-F58ECF7F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2023/12/18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F4A81-9A2E-C04B-B380-1230443D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FF048DB3-8E30-DB42-BCAD-14D1B5115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1E9F520-1F6F-73CD-EB50-CDCEEEFFD3F4}"/>
              </a:ext>
            </a:extLst>
          </p:cNvPr>
          <p:cNvCxnSpPr>
            <a:cxnSpLocks/>
          </p:cNvCxnSpPr>
          <p:nvPr userDrawn="1"/>
        </p:nvCxnSpPr>
        <p:spPr>
          <a:xfrm>
            <a:off x="628650" y="915646"/>
            <a:ext cx="7886700" cy="0"/>
          </a:xfrm>
          <a:prstGeom prst="line">
            <a:avLst/>
          </a:prstGeom>
          <a:ln>
            <a:solidFill>
              <a:srgbClr val="8D193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タイトル プレースホルダー 21">
            <a:extLst>
              <a:ext uri="{FF2B5EF4-FFF2-40B4-BE49-F238E27FC236}">
                <a16:creationId xmlns:a16="http://schemas.microsoft.com/office/drawing/2014/main" id="{21C60B1B-646C-CC37-44F5-155343485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93039"/>
            <a:ext cx="7886700" cy="585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903D5217-47F3-042D-3695-4840E71112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650" y="31783"/>
            <a:ext cx="7886700" cy="36125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kumimoji="1" lang="ja-JP" altLang="en-US" sz="1800"/>
              <a:t>タイトル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67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EE5CAD-6F80-5B48-915C-3A3D7D39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C32395-5CB8-2348-954A-70D6E0446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F9F84-02D0-3446-A54A-8E272603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8C556B-C7DD-1249-BF51-6546305C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34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56D19-6571-B84F-BD6B-56EA9723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78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8749C3-F76B-0D4D-B90B-C03F2A5B9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DB3116-F521-864E-A9FC-8B8ABD3F6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6DDC3A-AD58-E445-9D11-D32A9791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DEC9F4-E5E5-E242-A4C6-6C8C4316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C76691-4BEB-7C4C-8702-720BFB87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5AB915C-1544-0428-6CB4-8C787A6117C7}"/>
              </a:ext>
            </a:extLst>
          </p:cNvPr>
          <p:cNvCxnSpPr/>
          <p:nvPr userDrawn="1"/>
        </p:nvCxnSpPr>
        <p:spPr>
          <a:xfrm>
            <a:off x="725805" y="1332926"/>
            <a:ext cx="7692390" cy="0"/>
          </a:xfrm>
          <a:prstGeom prst="line">
            <a:avLst/>
          </a:prstGeom>
          <a:ln>
            <a:solidFill>
              <a:srgbClr val="8D193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31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6FE1E8-9E68-2D41-B2EB-2588E836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5EB3A8-292B-F140-82E4-6F635C527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8C5630-7945-3E4E-9EBA-B606DDA22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5F8502-1750-B84E-9FA1-FF42FD295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59AA38-E7B8-E548-8FB4-835743B1D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F01DBBD-20BE-0E48-A6BF-2CB143FD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CFAB3E-DAF3-7543-8795-651CA2EE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2D17D3-0A0B-F341-9914-3E9E6DDC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1DC201-40E1-492D-19CD-65E53B03877D}"/>
              </a:ext>
            </a:extLst>
          </p:cNvPr>
          <p:cNvCxnSpPr/>
          <p:nvPr userDrawn="1"/>
        </p:nvCxnSpPr>
        <p:spPr>
          <a:xfrm>
            <a:off x="725805" y="1332926"/>
            <a:ext cx="7692390" cy="0"/>
          </a:xfrm>
          <a:prstGeom prst="line">
            <a:avLst/>
          </a:prstGeom>
          <a:ln>
            <a:solidFill>
              <a:srgbClr val="8D193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976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AE12E1-F3BA-2042-8EC5-8AABC8EB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78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982FAA-884C-984E-A108-738B90A57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9267F3-035C-D34D-BA2A-2EA7E3DC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3B706B-3D60-9C4D-A349-6574D5BB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DE05987-0F43-FC9D-A2C4-3CD307321D19}"/>
              </a:ext>
            </a:extLst>
          </p:cNvPr>
          <p:cNvCxnSpPr/>
          <p:nvPr userDrawn="1"/>
        </p:nvCxnSpPr>
        <p:spPr>
          <a:xfrm>
            <a:off x="725805" y="1332926"/>
            <a:ext cx="7692390" cy="0"/>
          </a:xfrm>
          <a:prstGeom prst="line">
            <a:avLst/>
          </a:prstGeom>
          <a:ln>
            <a:solidFill>
              <a:srgbClr val="8D193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26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87BDDF-04B9-6549-A4D4-B2FFDBD6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74CB43-EDDB-FE4B-BF22-593D5C7F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424E63-5B1F-BE43-BA19-39F18A15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64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641618-1605-7742-A4CF-06B71E73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1015D6-CE30-1E46-A30D-3F789043D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D90508-8D48-EC46-9611-01C13E189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6DB200-027E-3340-9C0B-2659DE04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4C8B2D-10EA-2F42-99E1-657E0A5A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E958E9-30DE-0244-BEF9-8CCF43F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42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CD6A8-70B0-8649-BBBB-B25D8187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9A98126-9762-7448-B253-D0C1F3098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34530E-C0EE-BF40-82FF-350191895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25728E-9FE1-1047-A9B3-EABB87DE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18D253-AE2A-2C4B-8922-5FBE862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92B932-DA65-3544-B0BE-7C906F73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05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B52F87-4A7A-9D45-A444-669C1C1D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78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200B48-2C7E-BA4A-B67A-482A36DD3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1CDA8-A360-5043-BBC7-41F99875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6BDAAD-9329-254D-A7DD-02DFE816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553A13-1CED-9241-9426-BABD183A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88B1784-9C84-BF62-B859-C3B90A9B5EB0}"/>
              </a:ext>
            </a:extLst>
          </p:cNvPr>
          <p:cNvCxnSpPr/>
          <p:nvPr userDrawn="1"/>
        </p:nvCxnSpPr>
        <p:spPr>
          <a:xfrm>
            <a:off x="725805" y="1332926"/>
            <a:ext cx="7692390" cy="0"/>
          </a:xfrm>
          <a:prstGeom prst="line">
            <a:avLst/>
          </a:prstGeom>
          <a:ln>
            <a:solidFill>
              <a:srgbClr val="8D193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95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64BF8E-B67A-FA4D-854C-2EF99E5E6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792C21-0943-A243-B159-BA4491FC3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9D8AAB-7698-9B47-85B4-24BC8E65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2023/12/18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C6F30E-72B9-714A-A847-D7B1F730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AA0F94-901F-614B-BC90-B10EB5F1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048DB3-8E30-DB42-BCAD-14D1B5115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385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A4FAB1-1475-5253-5F0C-91D6BC74843C}"/>
              </a:ext>
            </a:extLst>
          </p:cNvPr>
          <p:cNvSpPr/>
          <p:nvPr userDrawn="1"/>
        </p:nvSpPr>
        <p:spPr>
          <a:xfrm>
            <a:off x="0" y="6115684"/>
            <a:ext cx="9144000" cy="742316"/>
          </a:xfrm>
          <a:prstGeom prst="rect">
            <a:avLst/>
          </a:prstGeom>
          <a:solidFill>
            <a:srgbClr val="952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24C412-E437-1445-B716-4AEF2286A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052602"/>
            <a:ext cx="7886700" cy="497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493F81-582B-7F41-AE0E-994DA8A95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 i="0">
                <a:solidFill>
                  <a:schemeClr val="bg1"/>
                </a:solidFill>
                <a:latin typeface="+mn-lt"/>
                <a:ea typeface="Noto Sans JP" panose="020B0200000000000000" pitchFamily="34" charset="-128"/>
              </a:defRPr>
            </a:lvl1pPr>
          </a:lstStyle>
          <a:p>
            <a:r>
              <a:rPr lang="en-US" altLang="ja-JP"/>
              <a:t>2023/12/18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06BBD0-923D-9D4F-8113-9023898CF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i="0">
                <a:solidFill>
                  <a:schemeClr val="bg1"/>
                </a:solidFill>
                <a:latin typeface="+mn-lt"/>
                <a:ea typeface="Noto Sans JP" panose="020B0200000000000000" pitchFamily="34" charset="-128"/>
              </a:defRPr>
            </a:lvl1pPr>
          </a:lstStyle>
          <a:p>
            <a:fld id="{FF048DB3-8E30-DB42-BCAD-14D1B5115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0" name="図 19" descr="アイコン&#10;&#10;自動的に生成された説明">
            <a:extLst>
              <a:ext uri="{FF2B5EF4-FFF2-40B4-BE49-F238E27FC236}">
                <a16:creationId xmlns:a16="http://schemas.microsoft.com/office/drawing/2014/main" id="{5EEE14A1-1B5A-92B6-155E-35A8F8BB188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80025" y="145424"/>
            <a:ext cx="335325" cy="624440"/>
          </a:xfrm>
          <a:prstGeom prst="rect">
            <a:avLst/>
          </a:prstGeom>
        </p:spPr>
      </p:pic>
      <p:sp>
        <p:nvSpPr>
          <p:cNvPr id="22" name="タイトル プレースホルダー 21">
            <a:extLst>
              <a:ext uri="{FF2B5EF4-FFF2-40B4-BE49-F238E27FC236}">
                <a16:creationId xmlns:a16="http://schemas.microsoft.com/office/drawing/2014/main" id="{B0A41780-8D9D-8956-D256-11FA8F12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4163"/>
            <a:ext cx="7886700" cy="74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7589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b="1" i="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600" b="0" i="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400" b="0" i="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400" b="0" i="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3.svg"/><Relationship Id="rId4" Type="http://schemas.openxmlformats.org/officeDocument/2006/relationships/image" Target="../media/image9.svg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ysec-lab/typosquatting_domain_emai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7B31AE-198F-7084-27D5-F9B6252FA0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>
                <a:latin typeface="+mn-ea"/>
                <a:ea typeface="+mn-ea"/>
              </a:rPr>
              <a:t>タイプミス傾向の分析に基づく</a:t>
            </a:r>
            <a:br>
              <a:rPr kumimoji="1" lang="ja-JP" altLang="en-US" sz="3200">
                <a:latin typeface="+mn-ea"/>
                <a:ea typeface="+mn-ea"/>
              </a:rPr>
            </a:br>
            <a:r>
              <a:rPr kumimoji="1" lang="ja-JP" altLang="en-US" sz="3200">
                <a:latin typeface="+mn-ea"/>
                <a:ea typeface="+mn-ea"/>
              </a:rPr>
              <a:t>タイポスクワッティングドメイン</a:t>
            </a:r>
            <a:br>
              <a:rPr kumimoji="1" lang="en-US" altLang="ja-JP" sz="3200" dirty="0">
                <a:latin typeface="+mn-ea"/>
                <a:ea typeface="+mn-ea"/>
              </a:rPr>
            </a:br>
            <a:r>
              <a:rPr kumimoji="1" lang="ja-JP" altLang="en-US" sz="3200">
                <a:latin typeface="+mn-ea"/>
                <a:ea typeface="+mn-ea"/>
              </a:rPr>
              <a:t>生成モデルの提案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6D3573-C26F-9A51-833C-7B64ACDDA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u="sng">
                <a:latin typeface="+mn-ea"/>
                <a:ea typeface="+mn-ea"/>
              </a:rPr>
              <a:t>菅原</a:t>
            </a:r>
            <a:r>
              <a:rPr lang="en-US" altLang="ja-JP" u="sng" dirty="0">
                <a:latin typeface="+mn-ea"/>
                <a:ea typeface="+mn-ea"/>
              </a:rPr>
              <a:t> </a:t>
            </a:r>
            <a:r>
              <a:rPr lang="ja-JP" altLang="en-US" u="sng">
                <a:latin typeface="+mn-ea"/>
                <a:ea typeface="+mn-ea"/>
              </a:rPr>
              <a:t>颯真</a:t>
            </a:r>
            <a:r>
              <a:rPr lang="ja-JP" altLang="en-US">
                <a:latin typeface="+mn-ea"/>
                <a:ea typeface="+mn-ea"/>
              </a:rPr>
              <a:t>、星名</a:t>
            </a:r>
            <a:r>
              <a:rPr lang="en-US" altLang="ja-JP" dirty="0">
                <a:latin typeface="+mn-ea"/>
                <a:ea typeface="+mn-ea"/>
              </a:rPr>
              <a:t>  </a:t>
            </a:r>
            <a:r>
              <a:rPr lang="ja-JP" altLang="en-US">
                <a:latin typeface="+mn-ea"/>
                <a:ea typeface="+mn-ea"/>
              </a:rPr>
              <a:t>藍乃介、上原</a:t>
            </a:r>
            <a:r>
              <a:rPr lang="en-US" altLang="ja-JP" dirty="0">
                <a:latin typeface="+mn-ea"/>
                <a:ea typeface="+mn-ea"/>
              </a:rPr>
              <a:t> </a:t>
            </a:r>
            <a:r>
              <a:rPr lang="ja-JP" altLang="en-US">
                <a:latin typeface="+mn-ea"/>
                <a:ea typeface="+mn-ea"/>
              </a:rPr>
              <a:t>哲太郎（立命館大学）</a:t>
            </a:r>
            <a:endParaRPr lang="en-US" altLang="ja-JP" dirty="0">
              <a:latin typeface="+mn-ea"/>
            </a:endParaRPr>
          </a:p>
          <a:p>
            <a:r>
              <a:rPr lang="en-US" altLang="ja-JP" dirty="0">
                <a:latin typeface="+mn-ea"/>
              </a:rPr>
              <a:t>2025/03/05</a:t>
            </a:r>
            <a:endParaRPr lang="en-US" altLang="ja-JP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331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890A0-317B-2407-AB1C-C62DD6CB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931625"/>
          </a:xfrm>
        </p:spPr>
        <p:txBody>
          <a:bodyPr/>
          <a:lstStyle/>
          <a:p>
            <a:r>
              <a:rPr kumimoji="1" lang="ja-JP" altLang="en-US"/>
              <a:t>発表の流れ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3F3CFA-8CCF-5996-1FE8-629342B9C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2"/>
            <a:ext cx="7886700" cy="50156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kumimoji="1" lang="ja-JP" altLang="en-US" b="1"/>
              <a:t>研究背景</a:t>
            </a:r>
            <a:endParaRPr kumimoji="1"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関連研究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研究目的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調査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分析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提案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評価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ja-JP" altLang="en-US" b="1"/>
              <a:t>今後の展望</a:t>
            </a:r>
            <a:endParaRPr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kumimoji="1" lang="en-US" altLang="ja-JP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kumimoji="1" lang="ja-JP" altLang="en-US" b="1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623F44-2587-056D-FB4E-90C557F9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98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91AE9C0-AD5F-DC91-DA05-FEEBC066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一部を改変した類似のドメインを生成し、ユーザを意図しない</a:t>
            </a:r>
            <a:r>
              <a:rPr kumimoji="1" lang="en" altLang="ja-JP" dirty="0"/>
              <a:t>Web </a:t>
            </a:r>
            <a:r>
              <a:rPr kumimoji="1" lang="ja-JP" altLang="en-US"/>
              <a:t>サイトや</a:t>
            </a:r>
            <a:r>
              <a:rPr kumimoji="1" lang="ja-JP" altLang="en-US" b="1"/>
              <a:t>メールの宛先</a:t>
            </a:r>
            <a:r>
              <a:rPr kumimoji="1" lang="ja-JP" altLang="en-US"/>
              <a:t>に誘導する攻撃手法</a:t>
            </a:r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A5F4FF-BE69-6B71-6476-325695C1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F4B7A5C-0EC1-86E8-8E2A-C3E926B5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タイポスクワッティングとは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1FADFC7-FE00-FCEC-6220-891909ECD8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研究背景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627557-0675-41C8-9FA1-2F725CEFDDAA}"/>
              </a:ext>
            </a:extLst>
          </p:cNvPr>
          <p:cNvSpPr txBox="1"/>
          <p:nvPr/>
        </p:nvSpPr>
        <p:spPr>
          <a:xfrm>
            <a:off x="4011527" y="2586042"/>
            <a:ext cx="245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xample.com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2CFEA9-F2EC-1C1E-4051-33C15C17CAE7}"/>
              </a:ext>
            </a:extLst>
          </p:cNvPr>
          <p:cNvSpPr txBox="1"/>
          <p:nvPr/>
        </p:nvSpPr>
        <p:spPr>
          <a:xfrm>
            <a:off x="4058817" y="3999779"/>
            <a:ext cx="265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xample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F06D3A0-B02A-5657-0BC5-F6E219BA0C97}"/>
              </a:ext>
            </a:extLst>
          </p:cNvPr>
          <p:cNvSpPr txBox="1"/>
          <p:nvPr/>
        </p:nvSpPr>
        <p:spPr>
          <a:xfrm>
            <a:off x="4032646" y="4980105"/>
            <a:ext cx="245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xamp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pic>
        <p:nvPicPr>
          <p:cNvPr id="10" name="グラフィックス 9" descr="ユーザー 単色塗りつぶし">
            <a:extLst>
              <a:ext uri="{FF2B5EF4-FFF2-40B4-BE49-F238E27FC236}">
                <a16:creationId xmlns:a16="http://schemas.microsoft.com/office/drawing/2014/main" id="{897459A4-5165-C014-C2E8-86DA575717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179" y="3254178"/>
            <a:ext cx="914400" cy="914400"/>
          </a:xfrm>
          <a:prstGeom prst="rect">
            <a:avLst/>
          </a:prstGeom>
        </p:spPr>
      </p:pic>
      <p:pic>
        <p:nvPicPr>
          <p:cNvPr id="11" name="グラフィックス 10" descr="ユーザー 単色塗りつぶし">
            <a:extLst>
              <a:ext uri="{FF2B5EF4-FFF2-40B4-BE49-F238E27FC236}">
                <a16:creationId xmlns:a16="http://schemas.microsoft.com/office/drawing/2014/main" id="{F0703F7D-0E82-5B6B-E53D-512D7E0F4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8259" y="2159450"/>
            <a:ext cx="914400" cy="914400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BFA0E66-527A-590A-D6AC-06F96FCB62AF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751720" y="2816875"/>
            <a:ext cx="2259807" cy="897794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706EA24-B807-6748-94DB-5679801979C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629941" y="3759799"/>
            <a:ext cx="2428876" cy="470813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483C982-67D8-52FF-0DA5-F219CA8DC16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571624" y="3747192"/>
            <a:ext cx="2461022" cy="146374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94CE970-806F-EF6C-F552-EB93791E2B82}"/>
              </a:ext>
            </a:extLst>
          </p:cNvPr>
          <p:cNvSpPr txBox="1"/>
          <p:nvPr/>
        </p:nvSpPr>
        <p:spPr>
          <a:xfrm>
            <a:off x="2428875" y="353409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打ち間違い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44F0782-F64D-ABE0-D3B9-4CE342CF65CA}"/>
              </a:ext>
            </a:extLst>
          </p:cNvPr>
          <p:cNvSpPr txBox="1"/>
          <p:nvPr/>
        </p:nvSpPr>
        <p:spPr>
          <a:xfrm>
            <a:off x="1848444" y="464219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見間違い</a:t>
            </a:r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5945830-C228-931C-8D22-F792727C18DD}"/>
              </a:ext>
            </a:extLst>
          </p:cNvPr>
          <p:cNvSpPr/>
          <p:nvPr/>
        </p:nvSpPr>
        <p:spPr>
          <a:xfrm>
            <a:off x="3860005" y="3747192"/>
            <a:ext cx="4540647" cy="17900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BD5969C-87E6-B409-0F16-77715695FD27}"/>
              </a:ext>
            </a:extLst>
          </p:cNvPr>
          <p:cNvSpPr/>
          <p:nvPr/>
        </p:nvSpPr>
        <p:spPr>
          <a:xfrm>
            <a:off x="3860005" y="2070100"/>
            <a:ext cx="4540647" cy="146399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グラフィックス 35" descr="ユーザー 単色塗りつぶし">
            <a:extLst>
              <a:ext uri="{FF2B5EF4-FFF2-40B4-BE49-F238E27FC236}">
                <a16:creationId xmlns:a16="http://schemas.microsoft.com/office/drawing/2014/main" id="{09FC0CFF-1721-8C6F-6E24-081FD9C6C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9450" y="4060132"/>
            <a:ext cx="914400" cy="914400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B45B8E0-A44F-6269-9969-E15FC450FC7B}"/>
              </a:ext>
            </a:extLst>
          </p:cNvPr>
          <p:cNvSpPr txBox="1"/>
          <p:nvPr/>
        </p:nvSpPr>
        <p:spPr>
          <a:xfrm>
            <a:off x="144065" y="412594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/>
              <a:t>ユーザ</a:t>
            </a:r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A34416F-7CE8-0D64-7F84-CDF0DD042257}"/>
              </a:ext>
            </a:extLst>
          </p:cNvPr>
          <p:cNvSpPr txBox="1"/>
          <p:nvPr/>
        </p:nvSpPr>
        <p:spPr>
          <a:xfrm>
            <a:off x="6800850" y="491814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/>
              <a:t>攻撃者</a:t>
            </a:r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501C95A-CDDC-4E90-8BE4-86D2172C57F9}"/>
              </a:ext>
            </a:extLst>
          </p:cNvPr>
          <p:cNvSpPr txBox="1"/>
          <p:nvPr/>
        </p:nvSpPr>
        <p:spPr>
          <a:xfrm>
            <a:off x="6796087" y="301745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/>
              <a:t>企業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A624571-3DC6-0315-134C-2E1E704E9262}"/>
              </a:ext>
            </a:extLst>
          </p:cNvPr>
          <p:cNvSpPr txBox="1"/>
          <p:nvPr/>
        </p:nvSpPr>
        <p:spPr>
          <a:xfrm>
            <a:off x="247650" y="6168909"/>
            <a:ext cx="10356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※</a:t>
            </a:r>
            <a:r>
              <a:rPr lang="ja-JP" altLang="en-US">
                <a:solidFill>
                  <a:schemeClr val="bg2">
                    <a:lumMod val="75000"/>
                  </a:schemeClr>
                </a:solidFill>
              </a:rPr>
              <a:t>本研究におけるタイプミスは打ち間違いや見間違い、入力忘れ等により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ja-JP" altLang="en-US">
                <a:solidFill>
                  <a:schemeClr val="bg2">
                    <a:lumMod val="75000"/>
                  </a:schemeClr>
                </a:solidFill>
              </a:rPr>
              <a:t>　意図した文字列とは異なる文字列を入力することを指す</a:t>
            </a:r>
            <a:endParaRPr kumimoji="1" lang="ja-JP" alt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85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6A8E-CBA1-70AC-3AC7-53445C1B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B765F5A5-F704-37F9-77B9-90C76C76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8207125" cy="499109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ja-JP" altLang="en-US" b="1"/>
              <a:t>タイポスクワッティングドメインへのメール誤送信</a:t>
            </a:r>
            <a:r>
              <a:rPr lang="en-US" altLang="ja-JP" b="1" dirty="0"/>
              <a:t> </a:t>
            </a:r>
            <a:r>
              <a:rPr lang="en-US" altLang="ja-JP" dirty="0"/>
              <a:t>[1]</a:t>
            </a:r>
          </a:p>
          <a:p>
            <a:r>
              <a:rPr kumimoji="1" lang="en-US" altLang="ja-JP" dirty="0"/>
              <a:t>74 </a:t>
            </a:r>
            <a:r>
              <a:rPr kumimoji="1" lang="ja-JP" altLang="en-US"/>
              <a:t>個のタイポスクワッティングドメインを取得し、</a:t>
            </a:r>
            <a:br>
              <a:rPr lang="en-US" altLang="ja-JP" dirty="0"/>
            </a:br>
            <a:r>
              <a:rPr lang="ja-JP" altLang="en-US"/>
              <a:t>誤送信されたメールを収集</a:t>
            </a:r>
            <a:endParaRPr lang="en-US" altLang="ja-JP" dirty="0"/>
          </a:p>
          <a:p>
            <a:r>
              <a:rPr kumimoji="1" lang="en-US" altLang="ja-JP" dirty="0"/>
              <a:t>7 </a:t>
            </a:r>
            <a:r>
              <a:rPr kumimoji="1" lang="ja-JP" altLang="en-US"/>
              <a:t>か月間で約</a:t>
            </a:r>
            <a:r>
              <a:rPr kumimoji="1" lang="en-US" altLang="ja-JP" dirty="0"/>
              <a:t>6000</a:t>
            </a:r>
            <a:r>
              <a:rPr kumimoji="1" lang="ja-JP" altLang="en-US"/>
              <a:t>通のメールを受信</a:t>
            </a:r>
            <a:endParaRPr kumimoji="1" lang="en-US" altLang="ja-JP" dirty="0"/>
          </a:p>
          <a:p>
            <a:pPr>
              <a:buClr>
                <a:schemeClr val="tx1"/>
              </a:buClr>
            </a:pPr>
            <a:r>
              <a:rPr lang="ja-JP" altLang="en-US" b="1">
                <a:solidFill>
                  <a:srgbClr val="C00000"/>
                </a:solidFill>
              </a:rPr>
              <a:t>パスワードや医療情報等</a:t>
            </a:r>
            <a:r>
              <a:rPr lang="ja-JP" altLang="en-US"/>
              <a:t>がメールに含まれていた</a:t>
            </a:r>
            <a:endParaRPr lang="en-US" altLang="ja-JP" b="1" dirty="0"/>
          </a:p>
          <a:p>
            <a:pPr marL="457200" indent="-457200">
              <a:buFont typeface="+mj-lt"/>
              <a:buAutoNum type="arabicPeriod" startAt="2"/>
            </a:pPr>
            <a:r>
              <a:rPr lang="ja-JP" altLang="en-US" b="1"/>
              <a:t>アクセス数が少ないドメインへの攻撃</a:t>
            </a:r>
            <a:r>
              <a:rPr lang="en-US" altLang="ja-JP" b="1" dirty="0"/>
              <a:t> </a:t>
            </a:r>
            <a:r>
              <a:rPr lang="en-US" altLang="ja-JP" dirty="0"/>
              <a:t>[2]</a:t>
            </a:r>
          </a:p>
          <a:p>
            <a:r>
              <a:rPr lang="en-US" altLang="ja-JP" dirty="0"/>
              <a:t>Alexa</a:t>
            </a:r>
            <a:r>
              <a:rPr lang="ja-JP" altLang="en-US"/>
              <a:t>ランキングの上位</a:t>
            </a:r>
            <a:r>
              <a:rPr lang="en-US" altLang="ja-JP" dirty="0"/>
              <a:t>100</a:t>
            </a:r>
            <a:r>
              <a:rPr lang="ja-JP" altLang="en-US"/>
              <a:t>万ドメインに対する</a:t>
            </a:r>
            <a:br>
              <a:rPr lang="en-US" altLang="ja-JP" dirty="0"/>
            </a:br>
            <a:r>
              <a:rPr lang="ja-JP" altLang="en-US"/>
              <a:t>タイポスクワッティングを調査</a:t>
            </a:r>
            <a:endParaRPr lang="en-US" altLang="ja-JP" dirty="0"/>
          </a:p>
          <a:p>
            <a:r>
              <a:rPr lang="ja-JP" altLang="en-US"/>
              <a:t>下位ドメインに対する攻撃も観測された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どのドメインにおいても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タイポスクワッティングの被害を受ける可能性があり</a:t>
            </a:r>
            <a:endParaRPr lang="en-US" altLang="ja-JP" b="1" dirty="0">
              <a:solidFill>
                <a:srgbClr val="C0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7083E7-1B48-F260-8FDD-1E0F753F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3F99B0C-0FD6-B0E7-AF2B-9C38F959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タイポスクワッティング</a:t>
            </a:r>
            <a:r>
              <a:rPr lang="ja-JP" altLang="en-US"/>
              <a:t>の現状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208C6D2-5A8D-1CA0-29E7-02DC82AD7C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関連研究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ABF572-6B7A-53E1-848A-7C063772521F}"/>
              </a:ext>
            </a:extLst>
          </p:cNvPr>
          <p:cNvSpPr txBox="1"/>
          <p:nvPr/>
        </p:nvSpPr>
        <p:spPr>
          <a:xfrm>
            <a:off x="250824" y="6150114"/>
            <a:ext cx="7648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[1]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Szurdi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J. and Christin, N.: Email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typosquatting,Proceedings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of the 2017 Internet Measurement Conference, IMC ’17, New York, NY, USA,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Associationfor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Computing Machinery, p. 419–431 (online), DOI:10.1145/3131365.3131399 (2017).</a:t>
            </a:r>
          </a:p>
          <a:p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[2]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Szurdi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J.,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Kocso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B.,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Cseh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G., Spring, J.,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Felegyhazi,M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. and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Kanich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C.: The long {“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Taile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”} of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typosquatting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domain names</a:t>
            </a:r>
            <a:r>
              <a:rPr kumimoji="1" lang="ja-JP" altLang="en" sz="1000">
                <a:solidFill>
                  <a:schemeClr val="bg2">
                    <a:lumMod val="90000"/>
                  </a:schemeClr>
                </a:solidFill>
                <a:latin typeface="+mn-ea"/>
              </a:rPr>
              <a:t>，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23rd USENIX Security Symposium(USENIX Security 14), pp. 191–206 (2014).</a:t>
            </a:r>
            <a:endParaRPr kumimoji="1" lang="ja-JP" altLang="en-US" sz="100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33234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DAC2-E08E-FD52-AB70-51B04013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AB3C11F-4F66-D994-8473-FCB97F2FB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タイポスクワッティングの恐れがあるドメインに対して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b="1"/>
              <a:t>防護的登録</a:t>
            </a:r>
            <a:r>
              <a:rPr kumimoji="1" lang="ja-JP" altLang="en-US"/>
              <a:t>が最も効果的</a:t>
            </a:r>
            <a:r>
              <a:rPr kumimoji="1" lang="en-US" altLang="ja-JP" dirty="0"/>
              <a:t> [1]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142DF72-24FA-A676-1577-2850FE8C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113553A-0B14-3FA8-3D5C-C353A52F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タイポスクワッティングの対策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F47FBD3-0639-ED5F-D5FB-97590F6BF1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関連研究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BA9242-86E6-FB4F-FA4E-703D037566D6}"/>
              </a:ext>
            </a:extLst>
          </p:cNvPr>
          <p:cNvSpPr txBox="1"/>
          <p:nvPr/>
        </p:nvSpPr>
        <p:spPr>
          <a:xfrm>
            <a:off x="4057847" y="2290308"/>
            <a:ext cx="245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xample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8B8CC2-19D6-86DA-1901-FF8B05BB6BA7}"/>
              </a:ext>
            </a:extLst>
          </p:cNvPr>
          <p:cNvSpPr txBox="1"/>
          <p:nvPr/>
        </p:nvSpPr>
        <p:spPr>
          <a:xfrm>
            <a:off x="4061519" y="3341080"/>
            <a:ext cx="2524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xample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EB3969-E8DD-84EC-77B5-3BF0C7747189}"/>
              </a:ext>
            </a:extLst>
          </p:cNvPr>
          <p:cNvSpPr txBox="1"/>
          <p:nvPr/>
        </p:nvSpPr>
        <p:spPr>
          <a:xfrm>
            <a:off x="4077491" y="4386149"/>
            <a:ext cx="245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xamp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pic>
        <p:nvPicPr>
          <p:cNvPr id="9" name="グラフィックス 8" descr="ユーザー 単色塗りつぶし">
            <a:extLst>
              <a:ext uri="{FF2B5EF4-FFF2-40B4-BE49-F238E27FC236}">
                <a16:creationId xmlns:a16="http://schemas.microsoft.com/office/drawing/2014/main" id="{4E5B3D3E-C0A1-CEDF-E0FD-6960B2559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879" y="2951372"/>
            <a:ext cx="914400" cy="914400"/>
          </a:xfrm>
          <a:prstGeom prst="rect">
            <a:avLst/>
          </a:prstGeom>
        </p:spPr>
      </p:pic>
      <p:pic>
        <p:nvPicPr>
          <p:cNvPr id="10" name="グラフィックス 9" descr="ユーザー 単色塗りつぶし">
            <a:extLst>
              <a:ext uri="{FF2B5EF4-FFF2-40B4-BE49-F238E27FC236}">
                <a16:creationId xmlns:a16="http://schemas.microsoft.com/office/drawing/2014/main" id="{5F1B2ABD-690E-B67C-64A3-B1D1A792C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2269" y="2936562"/>
            <a:ext cx="914400" cy="914400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77AC546-BB94-8937-B901-994408E013EE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798040" y="2521141"/>
            <a:ext cx="2259807" cy="897794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49BEBBB-DD65-E9FF-2AC9-9F815FAA5EC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789807" y="3456691"/>
            <a:ext cx="2271712" cy="115222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E1393D7-C2E6-6E7A-67BF-9AA9AF06C90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755181" y="3475779"/>
            <a:ext cx="2322310" cy="1141203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E03AF36-7074-0185-6722-A0C2AAE4BD4F}"/>
              </a:ext>
            </a:extLst>
          </p:cNvPr>
          <p:cNvSpPr txBox="1"/>
          <p:nvPr/>
        </p:nvSpPr>
        <p:spPr>
          <a:xfrm>
            <a:off x="2497834" y="311518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打ち間違い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FD22504-934A-F2C4-D492-22D3B47762A8}"/>
              </a:ext>
            </a:extLst>
          </p:cNvPr>
          <p:cNvSpPr txBox="1"/>
          <p:nvPr/>
        </p:nvSpPr>
        <p:spPr>
          <a:xfrm>
            <a:off x="1798240" y="42291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見間違い</a:t>
            </a:r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D8B1C77-1BA8-DA1A-0159-559D12B5EDFB}"/>
              </a:ext>
            </a:extLst>
          </p:cNvPr>
          <p:cNvSpPr/>
          <p:nvPr/>
        </p:nvSpPr>
        <p:spPr>
          <a:xfrm>
            <a:off x="3885405" y="2108200"/>
            <a:ext cx="4540647" cy="29591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26B2860-D1F4-E4CA-5FAC-8230D6544686}"/>
              </a:ext>
            </a:extLst>
          </p:cNvPr>
          <p:cNvSpPr txBox="1"/>
          <p:nvPr/>
        </p:nvSpPr>
        <p:spPr>
          <a:xfrm>
            <a:off x="283765" y="382313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/>
              <a:t>ユーザ</a:t>
            </a:r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CAFD8E0-2D37-3403-BFB7-79726944FB35}"/>
              </a:ext>
            </a:extLst>
          </p:cNvPr>
          <p:cNvSpPr txBox="1"/>
          <p:nvPr/>
        </p:nvSpPr>
        <p:spPr>
          <a:xfrm>
            <a:off x="6820097" y="379457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/>
              <a:t>企業</a:t>
            </a:r>
          </a:p>
        </p:txBody>
      </p:sp>
      <p:sp>
        <p:nvSpPr>
          <p:cNvPr id="26" name="コンテンツ プレースホルダー 1">
            <a:extLst>
              <a:ext uri="{FF2B5EF4-FFF2-40B4-BE49-F238E27FC236}">
                <a16:creationId xmlns:a16="http://schemas.microsoft.com/office/drawing/2014/main" id="{F6D58AC6-09F9-9B93-817B-70E6737C0ED2}"/>
              </a:ext>
            </a:extLst>
          </p:cNvPr>
          <p:cNvSpPr txBox="1">
            <a:spLocks/>
          </p:cNvSpPr>
          <p:nvPr/>
        </p:nvSpPr>
        <p:spPr>
          <a:xfrm>
            <a:off x="781050" y="5198466"/>
            <a:ext cx="7886700" cy="980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400" b="0" i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2000" b="0" i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600" b="0" i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400" b="0" i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400" b="0" i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b="1">
                <a:solidFill>
                  <a:srgbClr val="C00000"/>
                </a:solidFill>
              </a:rPr>
              <a:t>編集距離が</a:t>
            </a:r>
            <a:r>
              <a:rPr lang="en-US" altLang="ja-JP" b="1" dirty="0">
                <a:solidFill>
                  <a:srgbClr val="C00000"/>
                </a:solidFill>
              </a:rPr>
              <a:t>1</a:t>
            </a:r>
            <a:r>
              <a:rPr lang="ja-JP" altLang="en-US" b="1">
                <a:solidFill>
                  <a:srgbClr val="C00000"/>
                </a:solidFill>
              </a:rPr>
              <a:t>のドメインをすべて取得するだけでも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b="1">
                <a:solidFill>
                  <a:srgbClr val="C00000"/>
                </a:solidFill>
              </a:rPr>
              <a:t>年間数百万米ドル（数億円）が必要</a:t>
            </a:r>
            <a:r>
              <a:rPr lang="en-US" altLang="ja-JP" b="1" dirty="0">
                <a:solidFill>
                  <a:srgbClr val="C00000"/>
                </a:solidFill>
              </a:rPr>
              <a:t> </a:t>
            </a:r>
            <a:r>
              <a:rPr lang="en-US" altLang="ja-JP" dirty="0">
                <a:solidFill>
                  <a:srgbClr val="C00000"/>
                </a:solidFill>
              </a:rPr>
              <a:t>[2]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7125C6D-8159-BF4A-3D4A-ED61481E0800}"/>
              </a:ext>
            </a:extLst>
          </p:cNvPr>
          <p:cNvSpPr txBox="1"/>
          <p:nvPr/>
        </p:nvSpPr>
        <p:spPr>
          <a:xfrm>
            <a:off x="250824" y="6150114"/>
            <a:ext cx="7648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[1]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Szurdi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J. and Christin, N.: Email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typosquatting,Proceedings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of the 2017 Internet Measurement Conference, IMC ’17, New York, NY, USA,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Associationfor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Computing Machinery, p. 419–431 (online), DOI:10.1145/3131365.3131399 (2017).</a:t>
            </a:r>
          </a:p>
          <a:p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[2]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Szurdi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J.,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Kocso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B.,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Cseh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G., Spring, J.,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Felegyhazi,M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. and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Kanich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C.: The long {“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Taile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”} of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typosquatting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domain names</a:t>
            </a:r>
            <a:r>
              <a:rPr kumimoji="1" lang="ja-JP" altLang="en" sz="1000">
                <a:solidFill>
                  <a:schemeClr val="bg2">
                    <a:lumMod val="90000"/>
                  </a:schemeClr>
                </a:solidFill>
                <a:latin typeface="+mn-ea"/>
              </a:rPr>
              <a:t>，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23rd USENIX Security Symposium(USENIX Security 14), pp. 191–206 (2014).</a:t>
            </a:r>
            <a:endParaRPr kumimoji="1" lang="ja-JP" altLang="en-US" sz="100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79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B480-422F-8878-0CFA-CAAFE02A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E263FC6-A6ED-9261-22DB-DF9A3C57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8108950" cy="4991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効率的に防御的登録を行うために、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/>
              <a:t>ユーザがタイプミスしやすい</a:t>
            </a:r>
            <a:r>
              <a:rPr lang="ja-JP" altLang="en-US" b="1"/>
              <a:t>ドメインからの取得</a:t>
            </a:r>
            <a:r>
              <a:rPr lang="ja-JP" altLang="en-US"/>
              <a:t>が有効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→どのタイポスクワッティングドメインから</a:t>
            </a:r>
            <a:br>
              <a:rPr kumimoji="1" lang="en-US" altLang="ja-JP" dirty="0"/>
            </a:br>
            <a:r>
              <a:rPr kumimoji="1" lang="ja-JP" altLang="en-US"/>
              <a:t>　取得すれば良いかが可視化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.bd</a:t>
            </a:r>
            <a:r>
              <a:rPr lang="ja-JP" altLang="en-US"/>
              <a:t>ドメインに対するアクセスログを収集し、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機械学習にてタイポスクワッティングドメインを生成</a:t>
            </a:r>
            <a:r>
              <a:rPr lang="en-US" altLang="ja-JP" dirty="0"/>
              <a:t> [1]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メールに着目した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タイポスクワッティングドメイン生成モデルは存在しない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2F7772-A87F-76DB-F833-36301B0A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94DC55A-9AF3-F9FA-13A8-D3048080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タイポスクワッティングドメインの生成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018681A-61CF-A833-D6A1-C810EEDBD5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関連研究</a:t>
            </a:r>
            <a:endParaRPr kumimoji="1" lang="ja-JP" altLang="en-US"/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0E6AD1CC-54BA-DF97-15FF-33B6E548477A}"/>
              </a:ext>
            </a:extLst>
          </p:cNvPr>
          <p:cNvSpPr/>
          <p:nvPr/>
        </p:nvSpPr>
        <p:spPr>
          <a:xfrm rot="10800000">
            <a:off x="4191000" y="2836518"/>
            <a:ext cx="762000" cy="2921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2EF5F2-8091-FE03-92DB-B47862B16462}"/>
              </a:ext>
            </a:extLst>
          </p:cNvPr>
          <p:cNvSpPr txBox="1"/>
          <p:nvPr/>
        </p:nvSpPr>
        <p:spPr>
          <a:xfrm>
            <a:off x="171802" y="6156296"/>
            <a:ext cx="7648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[1] 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Ahmad, I., Parvez, M. A. and Iqbal, A.: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TypoWriter:A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Tool to Prevent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Typosquatting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, 2019 IEEE 43rdAnnual Computer Software and Applications Confer-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ence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(COMPSAC), Vol. 1, pp. 423–432 (online), DOI:10.1109/COMPSAC.2019.00068 (2019).</a:t>
            </a:r>
          </a:p>
        </p:txBody>
      </p:sp>
    </p:spTree>
    <p:extLst>
      <p:ext uri="{BB962C8B-B14F-4D97-AF65-F5344CB8AC3E}">
        <p14:creationId xmlns:p14="http://schemas.microsoft.com/office/powerpoint/2010/main" val="318443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1CF9-DB70-2315-3D72-6DC015BC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7C68B2F-2B28-D122-3EC2-8BDC9DC2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142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〈</a:t>
            </a:r>
            <a:r>
              <a:rPr lang="ja-JP" altLang="en-US"/>
              <a:t>タイプミスの収集</a:t>
            </a:r>
            <a:r>
              <a:rPr kumimoji="1" lang="ja-JP" altLang="en-US"/>
              <a:t>範囲</a:t>
            </a:r>
            <a:r>
              <a:rPr kumimoji="1" lang="en-US" altLang="ja-JP" dirty="0"/>
              <a:t>〉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〈</a:t>
            </a:r>
            <a:r>
              <a:rPr lang="ja-JP" altLang="en-US"/>
              <a:t>編集距離</a:t>
            </a:r>
            <a:r>
              <a:rPr lang="en-US" altLang="ja-JP" dirty="0"/>
              <a:t>〉</a:t>
            </a:r>
          </a:p>
          <a:p>
            <a:pPr marL="0" indent="0">
              <a:buNone/>
            </a:pPr>
            <a:r>
              <a:rPr lang="ja-JP" altLang="en-US"/>
              <a:t>タイプミスされたドメインと</a:t>
            </a:r>
            <a:r>
              <a:rPr kumimoji="1" lang="ja-JP" altLang="en-US"/>
              <a:t>正しいドメインとの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/>
              <a:t>編集距離が</a:t>
            </a:r>
            <a:r>
              <a:rPr kumimoji="1" lang="en-US" altLang="ja-JP" dirty="0"/>
              <a:t> 1 </a:t>
            </a:r>
            <a:r>
              <a:rPr kumimoji="1" lang="ja-JP" altLang="en-US"/>
              <a:t>である場合がもっとも多い</a:t>
            </a:r>
            <a:r>
              <a:rPr kumimoji="1" lang="en-US" altLang="ja-JP" dirty="0"/>
              <a:t>[1]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b="1"/>
              <a:t>編集距離が</a:t>
            </a:r>
            <a:r>
              <a:rPr kumimoji="1" lang="en-US" altLang="ja-JP" b="1" dirty="0"/>
              <a:t> 1 </a:t>
            </a:r>
            <a:r>
              <a:rPr kumimoji="1" lang="ja-JP" altLang="en-US"/>
              <a:t>のタイポスクワッティングドメインに着目</a:t>
            </a:r>
            <a:endParaRPr kumimoji="1" lang="en-US" altLang="ja-JP" dirty="0"/>
          </a:p>
          <a:p>
            <a:pPr marL="0" indent="0" algn="ctr">
              <a:buNone/>
            </a:pPr>
            <a:endParaRPr lang="en-US" altLang="ja-JP" sz="1400" dirty="0"/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一部のタイポスクワッティングドメインに着目</a:t>
            </a:r>
            <a:endParaRPr kumimoji="1" lang="en-US" altLang="ja-JP" b="1" dirty="0">
              <a:solidFill>
                <a:srgbClr val="C0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F4C4C5-210C-B229-6D04-E9B59ECE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AF8C73A-3F8E-AEF4-819C-F62DB1C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関連研究における研究対象のドメイン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FD2A522-45EA-DC6E-0364-728B1F291D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研究背景</a:t>
            </a:r>
          </a:p>
        </p:txBody>
      </p:sp>
      <p:sp>
        <p:nvSpPr>
          <p:cNvPr id="9" name="三角形 8">
            <a:extLst>
              <a:ext uri="{FF2B5EF4-FFF2-40B4-BE49-F238E27FC236}">
                <a16:creationId xmlns:a16="http://schemas.microsoft.com/office/drawing/2014/main" id="{8FBCA978-46D8-B246-71F1-A83A51DF4292}"/>
              </a:ext>
            </a:extLst>
          </p:cNvPr>
          <p:cNvSpPr/>
          <p:nvPr/>
        </p:nvSpPr>
        <p:spPr>
          <a:xfrm rot="10800000">
            <a:off x="4191000" y="4434627"/>
            <a:ext cx="762000" cy="2921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7070AC6-EA91-7726-1F1C-51B0BE559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69" t="-1374" r="469" b="38110"/>
          <a:stretch/>
        </p:blipFill>
        <p:spPr>
          <a:xfrm>
            <a:off x="1711539" y="1340173"/>
            <a:ext cx="5775111" cy="15113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6E9A0E-6127-0269-4227-156CCB724B07}"/>
              </a:ext>
            </a:extLst>
          </p:cNvPr>
          <p:cNvSpPr txBox="1"/>
          <p:nvPr/>
        </p:nvSpPr>
        <p:spPr>
          <a:xfrm>
            <a:off x="1088870" y="1468169"/>
            <a:ext cx="24574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800">
                <a:latin typeface="+mn-ea"/>
              </a:rPr>
              <a:t>関連研究</a:t>
            </a:r>
            <a:r>
              <a:rPr lang="en-US" altLang="ja-JP" sz="2800" dirty="0">
                <a:latin typeface="+mn-ea"/>
              </a:rPr>
              <a:t>[1]</a:t>
            </a:r>
            <a:endParaRPr kumimoji="1" lang="ja-JP" altLang="en-US" sz="2800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62893F3-9AC5-9557-7ED6-422328B72B25}"/>
              </a:ext>
            </a:extLst>
          </p:cNvPr>
          <p:cNvSpPr txBox="1"/>
          <p:nvPr/>
        </p:nvSpPr>
        <p:spPr>
          <a:xfrm>
            <a:off x="1088870" y="2295781"/>
            <a:ext cx="24574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800">
                <a:latin typeface="+mn-ea"/>
              </a:rPr>
              <a:t>関連研究</a:t>
            </a:r>
            <a:r>
              <a:rPr kumimoji="1" lang="en-US" altLang="ja-JP" sz="2800" dirty="0">
                <a:latin typeface="+mn-ea"/>
              </a:rPr>
              <a:t>[2]</a:t>
            </a:r>
            <a:endParaRPr kumimoji="1" lang="ja-JP" altLang="en-US" sz="2800">
              <a:latin typeface="+mn-ea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3F79306-C86B-6188-86B8-F405893F09D3}"/>
              </a:ext>
            </a:extLst>
          </p:cNvPr>
          <p:cNvSpPr txBox="1"/>
          <p:nvPr/>
        </p:nvSpPr>
        <p:spPr>
          <a:xfrm>
            <a:off x="250824" y="6150114"/>
            <a:ext cx="7648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[1]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Szurdi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J. and Christin, N.: Email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typosquatting,Proceedings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of the 2017 Internet Measurement Conference, IMC ’17, New York, NY, USA,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Associationfor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Computing Machinery, p. 419–431 (online), DOI:10.1145/3131365.3131399 (2017).</a:t>
            </a:r>
          </a:p>
          <a:p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[2] 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Ahmad, I., Parvez, M. A. and Iqbal, A.: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TypoWriter:A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Tool to Prevent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Typosquatting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, 2019 IEEE 43rdAnnual Computer Software and Applications Confer-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ence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(COMPSAC), Vol. 1, pp. 423–432 (online), DOI:10.1109/COMPSAC.2019.00068 (2019).</a:t>
            </a:r>
            <a:endParaRPr kumimoji="1" lang="ja-JP" altLang="en-US" sz="100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003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82C197F-102D-73F8-3DAD-399D1D2B6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8214904" cy="49910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2800" b="1"/>
              <a:t>関連研究より</a:t>
            </a:r>
            <a:endParaRPr kumimoji="1" lang="en-US" altLang="ja-JP" sz="2800" b="1" dirty="0"/>
          </a:p>
          <a:p>
            <a:pPr>
              <a:buClr>
                <a:schemeClr val="tx1"/>
              </a:buClr>
            </a:pPr>
            <a:r>
              <a:rPr kumimoji="1" lang="ja-JP" altLang="en-US" sz="2800"/>
              <a:t>メールに着目した生成モデルの構築がない</a:t>
            </a:r>
            <a:endParaRPr kumimoji="1" lang="en-US" altLang="ja-JP" sz="2800" dirty="0"/>
          </a:p>
          <a:p>
            <a:pPr>
              <a:buClr>
                <a:schemeClr val="tx1"/>
              </a:buClr>
            </a:pPr>
            <a:r>
              <a:rPr lang="ja-JP" altLang="en-US" sz="2800"/>
              <a:t>一部</a:t>
            </a:r>
            <a:r>
              <a:rPr kumimoji="1" lang="ja-JP" altLang="en-US" sz="2800"/>
              <a:t>の</a:t>
            </a:r>
            <a:r>
              <a:rPr lang="ja-JP" altLang="en-US" sz="2800"/>
              <a:t>タイプミス</a:t>
            </a:r>
            <a:r>
              <a:rPr kumimoji="1" lang="ja-JP" altLang="en-US" sz="2800"/>
              <a:t>にのみ着目している</a:t>
            </a:r>
            <a:endParaRPr kumimoji="1" lang="en-US" altLang="ja-JP" sz="2800" dirty="0"/>
          </a:p>
          <a:p>
            <a:pPr marL="514350" indent="-514350">
              <a:buClr>
                <a:schemeClr val="tx1"/>
              </a:buClr>
              <a:buFont typeface="+mj-ea"/>
              <a:buAutoNum type="circleNumDbPlain"/>
            </a:pPr>
            <a:endParaRPr kumimoji="1" lang="en-US" altLang="ja-JP" sz="2800" b="1" dirty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  <a:buFont typeface="+mj-ea"/>
              <a:buAutoNum type="circleNumDbPlain"/>
            </a:pPr>
            <a:r>
              <a:rPr kumimoji="1" lang="ja-JP" altLang="en-US" sz="2800" b="1">
                <a:solidFill>
                  <a:srgbClr val="C00000"/>
                </a:solidFill>
              </a:rPr>
              <a:t>新たな</a:t>
            </a:r>
            <a:r>
              <a:rPr kumimoji="1" lang="ja-JP" altLang="en-US" sz="2800" b="1"/>
              <a:t>タイプミスの傾向分析</a:t>
            </a:r>
            <a:endParaRPr lang="en-US" altLang="ja-JP" sz="2800" b="1" dirty="0"/>
          </a:p>
          <a:p>
            <a:pPr marL="514350" indent="-514350">
              <a:buFont typeface="+mj-ea"/>
              <a:buAutoNum type="circleNumDbPlain"/>
            </a:pPr>
            <a:r>
              <a:rPr lang="ja-JP" altLang="en-US" sz="2800" b="1"/>
              <a:t>タイポスクワッティングドメイン</a:t>
            </a:r>
            <a:r>
              <a:rPr lang="ja-JP" altLang="en-US" sz="2800" b="1">
                <a:solidFill>
                  <a:srgbClr val="C00000"/>
                </a:solidFill>
              </a:rPr>
              <a:t>生成モデル</a:t>
            </a:r>
            <a:br>
              <a:rPr lang="en-US" altLang="ja-JP" sz="2800" b="1" dirty="0">
                <a:solidFill>
                  <a:srgbClr val="C00000"/>
                </a:solidFill>
              </a:rPr>
            </a:br>
            <a:r>
              <a:rPr lang="ja-JP" altLang="en-US" sz="2800" b="1">
                <a:solidFill>
                  <a:srgbClr val="C00000"/>
                </a:solidFill>
              </a:rPr>
              <a:t>　　　　　　　　　　　　　　　　　　の構築</a:t>
            </a: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ja-JP" altLang="en-US" sz="2800" b="1"/>
              <a:t>より網羅性の高い生成モデルの構築</a:t>
            </a:r>
            <a:endParaRPr lang="en-US" altLang="ja-JP" sz="2800" b="1" dirty="0"/>
          </a:p>
          <a:p>
            <a:pPr marL="0" indent="0" algn="ctr">
              <a:buNone/>
            </a:pPr>
            <a:endParaRPr lang="en-US" altLang="ja-JP" sz="2800" b="1" dirty="0"/>
          </a:p>
          <a:p>
            <a:pPr marL="0" indent="0" algn="ctr">
              <a:buNone/>
            </a:pPr>
            <a:r>
              <a:rPr lang="ja-JP" altLang="en-US" sz="2600"/>
              <a:t>研究の初期段階として</a:t>
            </a:r>
            <a:r>
              <a:rPr lang="ja-JP" altLang="en-US" sz="2600" b="1"/>
              <a:t>日本</a:t>
            </a:r>
            <a:r>
              <a:rPr lang="ja-JP" altLang="en-US" sz="2600"/>
              <a:t>を対象にして調査・構築を実施</a:t>
            </a:r>
            <a:endParaRPr lang="en-US" altLang="ja-JP" sz="2200" b="1" dirty="0">
              <a:solidFill>
                <a:srgbClr val="C0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02AA36-0478-F015-6801-0666C9A9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16CCC55-3588-D8D8-BB4D-93E54644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研究目的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075D75A-3F3A-5A4B-5534-9F5EDD8271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D1E79223-32B6-7822-0040-48D9716701AC}"/>
              </a:ext>
            </a:extLst>
          </p:cNvPr>
          <p:cNvSpPr/>
          <p:nvPr/>
        </p:nvSpPr>
        <p:spPr>
          <a:xfrm rot="10800000">
            <a:off x="4355101" y="4281491"/>
            <a:ext cx="762000" cy="184857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レーム (半分) 6">
            <a:extLst>
              <a:ext uri="{FF2B5EF4-FFF2-40B4-BE49-F238E27FC236}">
                <a16:creationId xmlns:a16="http://schemas.microsoft.com/office/drawing/2014/main" id="{23645C61-8398-E507-9DD2-4B03ABA5C674}"/>
              </a:ext>
            </a:extLst>
          </p:cNvPr>
          <p:cNvSpPr/>
          <p:nvPr/>
        </p:nvSpPr>
        <p:spPr>
          <a:xfrm>
            <a:off x="479776" y="2589227"/>
            <a:ext cx="587829" cy="587829"/>
          </a:xfrm>
          <a:prstGeom prst="halfFrame">
            <a:avLst>
              <a:gd name="adj1" fmla="val 9571"/>
              <a:gd name="adj2" fmla="val 858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フレーム (半分) 7">
            <a:extLst>
              <a:ext uri="{FF2B5EF4-FFF2-40B4-BE49-F238E27FC236}">
                <a16:creationId xmlns:a16="http://schemas.microsoft.com/office/drawing/2014/main" id="{9B7E6C4E-4E07-D730-D25E-13DBB67B2DFE}"/>
              </a:ext>
            </a:extLst>
          </p:cNvPr>
          <p:cNvSpPr/>
          <p:nvPr/>
        </p:nvSpPr>
        <p:spPr>
          <a:xfrm rot="10800000">
            <a:off x="7927521" y="3660965"/>
            <a:ext cx="587829" cy="587829"/>
          </a:xfrm>
          <a:prstGeom prst="halfFrame">
            <a:avLst>
              <a:gd name="adj1" fmla="val 9571"/>
              <a:gd name="adj2" fmla="val 858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三角形 8">
            <a:extLst>
              <a:ext uri="{FF2B5EF4-FFF2-40B4-BE49-F238E27FC236}">
                <a16:creationId xmlns:a16="http://schemas.microsoft.com/office/drawing/2014/main" id="{80109C18-6C2D-FBA4-9CB8-3B86A16E407A}"/>
              </a:ext>
            </a:extLst>
          </p:cNvPr>
          <p:cNvSpPr/>
          <p:nvPr/>
        </p:nvSpPr>
        <p:spPr>
          <a:xfrm rot="10800000">
            <a:off x="4355101" y="2391653"/>
            <a:ext cx="762000" cy="18485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4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3DC13DF-DEBE-4D6E-41B9-9716E769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b="1"/>
              <a:t>調査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　人を対象に調査を行い、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タイプミスを含むドメインの</a:t>
            </a:r>
            <a:r>
              <a:rPr kumimoji="1" lang="ja-JP" altLang="en-US" b="1"/>
              <a:t>入力データを収集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b="1" dirty="0"/>
          </a:p>
          <a:p>
            <a:pPr marL="457200" indent="-457200">
              <a:buFont typeface="+mj-lt"/>
              <a:buAutoNum type="arabicPeriod" startAt="2"/>
            </a:pPr>
            <a:r>
              <a:rPr lang="ja-JP" altLang="en-US" b="1"/>
              <a:t>分析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　入力データからタイプミスを抽出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　タイプミスの傾向や網羅性</a:t>
            </a:r>
            <a:r>
              <a:rPr lang="ja-JP" altLang="en-US"/>
              <a:t>を分析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457200" indent="-457200">
              <a:buFont typeface="+mj-lt"/>
              <a:buAutoNum type="arabicPeriod" startAt="3"/>
            </a:pPr>
            <a:r>
              <a:rPr kumimoji="1" lang="ja-JP" altLang="en-US" b="1"/>
              <a:t>提案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/>
              <a:t>　調査・分析の結果をもとに、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タイポスクワッティング</a:t>
            </a:r>
            <a:r>
              <a:rPr kumimoji="1" lang="ja-JP" altLang="en-US" b="1"/>
              <a:t>生成モデルの構築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DA3D2A-8872-9D7E-2898-90F27532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FA2DFDD-B97F-69FD-69A2-AD0E78A6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本研究の流れ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7D1F2DF-C3FD-8D33-46E7-D6B04A8396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830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61D77-9871-DCE3-7FB6-D0FC792C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D419FC0-A98D-5124-9FEA-618746BC7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b="1">
                <a:solidFill>
                  <a:srgbClr val="C00000"/>
                </a:solidFill>
              </a:rPr>
              <a:t>調査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/>
              <a:t>　人を対象に調査を行い、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タイプミスを含むドメインの</a:t>
            </a:r>
            <a:r>
              <a:rPr kumimoji="1" lang="ja-JP" altLang="en-US" b="1"/>
              <a:t>入力データを収集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b="1" dirty="0"/>
          </a:p>
          <a:p>
            <a:pPr marL="457200" indent="-457200">
              <a:buFont typeface="+mj-lt"/>
              <a:buAutoNum type="arabicPeriod" startAt="2"/>
            </a:pPr>
            <a:r>
              <a:rPr lang="ja-JP" altLang="en-US" b="1"/>
              <a:t>分析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　入力データからタイプミスを抽出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　タイプミスの傾向や網羅性</a:t>
            </a:r>
            <a:r>
              <a:rPr lang="ja-JP" altLang="en-US"/>
              <a:t>を分析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457200" indent="-457200">
              <a:buFont typeface="+mj-lt"/>
              <a:buAutoNum type="arabicPeriod" startAt="3"/>
            </a:pPr>
            <a:r>
              <a:rPr kumimoji="1" lang="ja-JP" altLang="en-US" b="1"/>
              <a:t>提案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/>
              <a:t>　調査・分析の結果をもとに、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タイポスクワッティング</a:t>
            </a:r>
            <a:r>
              <a:rPr kumimoji="1" lang="ja-JP" altLang="en-US" b="1"/>
              <a:t>生成モデルの構築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C10013A-D63E-8CA8-84AC-695D4F2D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AD7FABF-952B-A80F-436C-F594B9B4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本研究の流れ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1E9F5EE6-C233-7759-3E0B-ECE719678D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18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3ED97B3-C7EA-1295-5481-14198BB4A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8280220" cy="499109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一般的な編集距離</a:t>
            </a:r>
            <a:r>
              <a:rPr kumimoji="1" lang="en-US" altLang="ja-JP" dirty="0"/>
              <a:t> </a:t>
            </a:r>
            <a:r>
              <a:rPr kumimoji="1" lang="ja-JP" altLang="en-US"/>
              <a:t>→</a:t>
            </a:r>
            <a:r>
              <a:rPr kumimoji="1" lang="en-US" altLang="ja-JP" dirty="0"/>
              <a:t> </a:t>
            </a:r>
            <a:r>
              <a:rPr kumimoji="1" lang="ja-JP" altLang="en-US"/>
              <a:t>レーベンシュタイン距離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b="1"/>
              <a:t>本研究の編集距離</a:t>
            </a:r>
            <a:r>
              <a:rPr lang="en-US" altLang="ja-JP" b="1" dirty="0"/>
              <a:t> </a:t>
            </a:r>
            <a:r>
              <a:rPr lang="ja-JP" altLang="en-US" b="1"/>
              <a:t>→</a:t>
            </a:r>
            <a:r>
              <a:rPr lang="en-US" altLang="ja-JP" b="1" dirty="0"/>
              <a:t> </a:t>
            </a:r>
            <a:r>
              <a:rPr lang="ja-JP" altLang="en-US" b="1"/>
              <a:t>ダメラウ・レーベンシュタイン距離</a:t>
            </a:r>
            <a:endParaRPr kumimoji="1" lang="ja-JP" altLang="en-US" b="1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BDD140-B95F-24D5-2548-F99D1741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12A5739-5B04-FB6A-94EC-2DEACE6F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編集距離の定義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E74DCF6-40B9-129E-DDEA-C2482A7ABE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調査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2F360C-A26E-8DA6-DF31-E52D665CED59}"/>
              </a:ext>
            </a:extLst>
          </p:cNvPr>
          <p:cNvSpPr txBox="1"/>
          <p:nvPr/>
        </p:nvSpPr>
        <p:spPr>
          <a:xfrm>
            <a:off x="916327" y="2187884"/>
            <a:ext cx="3384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+mn-ea"/>
              </a:rPr>
              <a:t>正：</a:t>
            </a:r>
            <a:r>
              <a:rPr lang="en-US" altLang="ja-JP" sz="2400" b="1" dirty="0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xample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937DC3-2B3E-FB99-FCA0-F7238B4133FD}"/>
              </a:ext>
            </a:extLst>
          </p:cNvPr>
          <p:cNvSpPr txBox="1"/>
          <p:nvPr/>
        </p:nvSpPr>
        <p:spPr>
          <a:xfrm>
            <a:off x="628650" y="2811371"/>
            <a:ext cx="329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+mn-ea"/>
              </a:rPr>
              <a:t>挿入：</a:t>
            </a:r>
            <a:r>
              <a:rPr lang="en-US" altLang="ja-JP" sz="2400" b="1" dirty="0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xample</a:t>
            </a:r>
            <a:r>
              <a:rPr kumimoji="1" lang="en-US" altLang="ja-JP" sz="2400" b="1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1" lang="en-US" altLang="ja-JP" sz="2400" b="1" dirty="0">
                <a:latin typeface="+mn-ea"/>
              </a:rPr>
              <a:t>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E02549-826E-AFC6-54B2-EB15063BDFC4}"/>
              </a:ext>
            </a:extLst>
          </p:cNvPr>
          <p:cNvSpPr txBox="1"/>
          <p:nvPr/>
        </p:nvSpPr>
        <p:spPr>
          <a:xfrm>
            <a:off x="628650" y="4138661"/>
            <a:ext cx="3384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+mn-ea"/>
              </a:rPr>
              <a:t>置換：</a:t>
            </a:r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xamp</a:t>
            </a:r>
            <a:r>
              <a:rPr kumimoji="1" lang="en-US" altLang="ja-JP" sz="2400" b="1" dirty="0" err="1">
                <a:solidFill>
                  <a:srgbClr val="C00000"/>
                </a:solidFill>
                <a:latin typeface="+mn-ea"/>
              </a:rPr>
              <a:t>i</a:t>
            </a:r>
            <a:r>
              <a:rPr kumimoji="1"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4C8190D-4DA5-C125-84FF-35BEEF58D162}"/>
              </a:ext>
            </a:extLst>
          </p:cNvPr>
          <p:cNvSpPr txBox="1"/>
          <p:nvPr/>
        </p:nvSpPr>
        <p:spPr>
          <a:xfrm>
            <a:off x="614771" y="3515174"/>
            <a:ext cx="339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+mn-ea"/>
              </a:rPr>
              <a:t>削除：</a:t>
            </a:r>
            <a:r>
              <a:rPr lang="en-US" altLang="ja-JP" sz="2400" b="1" dirty="0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x</a:t>
            </a:r>
            <a:r>
              <a:rPr lang="ja-JP" altLang="en-US" sz="2400" b="0" i="0">
                <a:solidFill>
                  <a:srgbClr val="C00000"/>
                </a:solidFill>
                <a:effectLst/>
                <a:latin typeface="TITUS Cyberbit Basic"/>
              </a:rPr>
              <a:t>␣</a:t>
            </a:r>
            <a:r>
              <a:rPr kumimoji="1" lang="en-US" altLang="ja-JP" sz="2400" b="1" dirty="0" err="1">
                <a:latin typeface="+mn-ea"/>
              </a:rPr>
              <a:t>mple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8EB76D-CC6E-0095-8872-299D795F9810}"/>
              </a:ext>
            </a:extLst>
          </p:cNvPr>
          <p:cNvSpPr txBox="1"/>
          <p:nvPr/>
        </p:nvSpPr>
        <p:spPr>
          <a:xfrm>
            <a:off x="628650" y="4842464"/>
            <a:ext cx="3384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+mn-ea"/>
              </a:rPr>
              <a:t>転置：</a:t>
            </a:r>
            <a:r>
              <a:rPr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 err="1">
                <a:latin typeface="+mn-ea"/>
              </a:rPr>
              <a:t>xam</a:t>
            </a:r>
            <a:r>
              <a:rPr kumimoji="1" lang="en-US" altLang="ja-JP" sz="2400" b="1" dirty="0" err="1">
                <a:solidFill>
                  <a:srgbClr val="C00000"/>
                </a:solidFill>
                <a:latin typeface="+mn-ea"/>
              </a:rPr>
              <a:t>lp</a:t>
            </a:r>
            <a:r>
              <a:rPr kumimoji="1" lang="en-US" altLang="ja-JP" sz="2400" b="1" dirty="0" err="1">
                <a:latin typeface="+mn-ea"/>
              </a:rPr>
              <a:t>e</a:t>
            </a:r>
            <a:r>
              <a:rPr kumimoji="1" lang="en-US" altLang="ja-JP" sz="2400" b="1" dirty="0">
                <a:latin typeface="+mn-ea"/>
              </a:rPr>
              <a:t> . com</a:t>
            </a:r>
            <a:endParaRPr kumimoji="1" lang="ja-JP" altLang="en-US" sz="2400" b="1">
              <a:latin typeface="+mn-ea"/>
            </a:endParaRPr>
          </a:p>
        </p:txBody>
      </p:sp>
      <p:sp>
        <p:nvSpPr>
          <p:cNvPr id="12" name="右大かっこ 11">
            <a:extLst>
              <a:ext uri="{FF2B5EF4-FFF2-40B4-BE49-F238E27FC236}">
                <a16:creationId xmlns:a16="http://schemas.microsoft.com/office/drawing/2014/main" id="{FAAF0786-FB84-0EE9-58D4-238020C87F8C}"/>
              </a:ext>
            </a:extLst>
          </p:cNvPr>
          <p:cNvSpPr/>
          <p:nvPr/>
        </p:nvSpPr>
        <p:spPr>
          <a:xfrm>
            <a:off x="3934370" y="2769835"/>
            <a:ext cx="212271" cy="1930446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1632002-3EBD-80E2-F716-408E941CE32C}"/>
              </a:ext>
            </a:extLst>
          </p:cNvPr>
          <p:cNvSpPr txBox="1"/>
          <p:nvPr/>
        </p:nvSpPr>
        <p:spPr>
          <a:xfrm>
            <a:off x="5239839" y="2811371"/>
            <a:ext cx="3557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>
                <a:latin typeface="+mn-ea"/>
              </a:rPr>
              <a:t>レーベンシュタイン距離</a:t>
            </a:r>
            <a:endParaRPr kumimoji="1" lang="ja-JP" altLang="en-US" sz="2000" b="1">
              <a:latin typeface="+mn-ea"/>
            </a:endParaRPr>
          </a:p>
        </p:txBody>
      </p:sp>
      <p:sp>
        <p:nvSpPr>
          <p:cNvPr id="14" name="右大かっこ 13">
            <a:extLst>
              <a:ext uri="{FF2B5EF4-FFF2-40B4-BE49-F238E27FC236}">
                <a16:creationId xmlns:a16="http://schemas.microsoft.com/office/drawing/2014/main" id="{0C06A1ED-46FA-D1B8-82BC-CCEA02D1405C}"/>
              </a:ext>
            </a:extLst>
          </p:cNvPr>
          <p:cNvSpPr/>
          <p:nvPr/>
        </p:nvSpPr>
        <p:spPr>
          <a:xfrm>
            <a:off x="4452394" y="2769835"/>
            <a:ext cx="212271" cy="2534294"/>
          </a:xfrm>
          <a:prstGeom prst="rightBracket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C0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6E899AA-854A-B7E5-35EF-6ECEC9D7D9A3}"/>
              </a:ext>
            </a:extLst>
          </p:cNvPr>
          <p:cNvSpPr txBox="1"/>
          <p:nvPr/>
        </p:nvSpPr>
        <p:spPr>
          <a:xfrm>
            <a:off x="5239838" y="4586961"/>
            <a:ext cx="3557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>
                <a:solidFill>
                  <a:srgbClr val="C00000"/>
                </a:solidFill>
                <a:latin typeface="+mn-ea"/>
              </a:rPr>
              <a:t>ダメラウ・</a:t>
            </a:r>
            <a:br>
              <a:rPr lang="en-US" altLang="ja-JP" sz="2000" b="1" dirty="0">
                <a:solidFill>
                  <a:srgbClr val="C00000"/>
                </a:solidFill>
                <a:latin typeface="+mn-ea"/>
              </a:rPr>
            </a:br>
            <a:r>
              <a:rPr lang="ja-JP" altLang="en-US" sz="2000" b="1">
                <a:solidFill>
                  <a:srgbClr val="C00000"/>
                </a:solidFill>
                <a:latin typeface="+mn-ea"/>
              </a:rPr>
              <a:t>レーベンシュタイン距離</a:t>
            </a:r>
            <a:endParaRPr lang="en-US" altLang="ja-JP" sz="20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842DEA-7DCA-68FF-9774-47C676E6CCF6}"/>
              </a:ext>
            </a:extLst>
          </p:cNvPr>
          <p:cNvCxnSpPr>
            <a:stCxn id="14" idx="2"/>
          </p:cNvCxnSpPr>
          <p:nvPr/>
        </p:nvCxnSpPr>
        <p:spPr>
          <a:xfrm>
            <a:off x="4664665" y="4036982"/>
            <a:ext cx="1030741" cy="66329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335C087-696A-4E9A-0851-2BBED378C88F}"/>
              </a:ext>
            </a:extLst>
          </p:cNvPr>
          <p:cNvCxnSpPr>
            <a:cxnSpLocks/>
            <a:stCxn id="12" idx="2"/>
          </p:cNvCxnSpPr>
          <p:nvPr/>
        </p:nvCxnSpPr>
        <p:spPr>
          <a:xfrm flipV="1">
            <a:off x="4146641" y="3042203"/>
            <a:ext cx="1261382" cy="692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67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7BF234A-1427-6B01-9285-0849344F5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altLang="ja-JP" b="1" dirty="0">
                <a:solidFill>
                  <a:srgbClr val="C00000"/>
                </a:solidFill>
              </a:rPr>
              <a:t>RFC</a:t>
            </a:r>
            <a:r>
              <a:rPr lang="ja-JP" altLang="en-US" b="1"/>
              <a:t>の準拠したドメイン</a:t>
            </a:r>
            <a:endParaRPr lang="en-US" altLang="ja-JP" b="1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altLang="ja-JP" b="1" dirty="0">
                <a:solidFill>
                  <a:srgbClr val="C00000"/>
                </a:solidFill>
              </a:rPr>
              <a:t>TLD〜3LD</a:t>
            </a:r>
            <a:r>
              <a:rPr lang="ja-JP" altLang="en-US" b="1"/>
              <a:t>にタイプミスが存在</a:t>
            </a:r>
            <a:br>
              <a:rPr lang="en-US" altLang="ja-JP" b="1" dirty="0"/>
            </a:br>
            <a:br>
              <a:rPr lang="en-US" altLang="ja-JP" b="1" dirty="0"/>
            </a:br>
            <a:br>
              <a:rPr lang="en-US" altLang="ja-JP" b="1" dirty="0"/>
            </a:br>
            <a:br>
              <a:rPr lang="en-US" altLang="ja-JP" b="1" dirty="0"/>
            </a:br>
            <a:br>
              <a:rPr lang="en-US" altLang="ja-JP" b="1" dirty="0"/>
            </a:br>
            <a:br>
              <a:rPr lang="en-US" altLang="ja-JP" b="1" dirty="0"/>
            </a:br>
            <a:br>
              <a:rPr lang="en-US" altLang="ja-JP" b="1" dirty="0"/>
            </a:br>
            <a:endParaRPr lang="en-US" altLang="ja-JP" b="1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ja-JP" altLang="en-US" b="1"/>
              <a:t>正しいドメインと</a:t>
            </a:r>
            <a:r>
              <a:rPr lang="ja-JP" altLang="en-US" b="1">
                <a:solidFill>
                  <a:srgbClr val="C00000"/>
                </a:solidFill>
              </a:rPr>
              <a:t>編集距離が</a:t>
            </a:r>
            <a:r>
              <a:rPr lang="en-US" altLang="ja-JP" b="1" dirty="0">
                <a:solidFill>
                  <a:srgbClr val="C00000"/>
                </a:solidFill>
              </a:rPr>
              <a:t>1〜5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kumimoji="1" lang="ja-JP" altLang="en-US" b="1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725187E-D654-A98A-D5AD-ED3F3184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2F23238-F5EA-D08F-F015-D8CAE9C2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研究対象のドメイン：</a:t>
            </a:r>
            <a:r>
              <a:rPr lang="ja-JP" altLang="en-US">
                <a:solidFill>
                  <a:srgbClr val="C00000"/>
                </a:solidFill>
              </a:rPr>
              <a:t>タイポドメイン</a:t>
            </a:r>
            <a:endParaRPr kumimoji="1" lang="ja-JP" altLang="en-US">
              <a:solidFill>
                <a:srgbClr val="C00000"/>
              </a:solidFill>
            </a:endParaRP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31DFD02A-02F5-61F5-2F4C-C5ABC6E3D5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調査</a:t>
            </a:r>
          </a:p>
        </p:txBody>
      </p:sp>
      <p:pic>
        <p:nvPicPr>
          <p:cNvPr id="7" name="図 6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DE1BB9D-CB7E-7FF5-6957-5F30FF547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44" y="2039439"/>
            <a:ext cx="5775111" cy="238886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AEADFE-DB0A-AABA-19FD-E590D9605EDF}"/>
              </a:ext>
            </a:extLst>
          </p:cNvPr>
          <p:cNvSpPr txBox="1"/>
          <p:nvPr/>
        </p:nvSpPr>
        <p:spPr>
          <a:xfrm>
            <a:off x="628650" y="5170356"/>
            <a:ext cx="7886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ja-JP" sz="2800" b="1" dirty="0">
                <a:latin typeface="+mn-ea"/>
              </a:rPr>
              <a:t>example . co . </a:t>
            </a:r>
            <a:r>
              <a:rPr lang="en-US" altLang="ja-JP" sz="2800" b="1" dirty="0" err="1">
                <a:latin typeface="+mn-ea"/>
              </a:rPr>
              <a:t>jp</a:t>
            </a:r>
            <a:r>
              <a:rPr lang="en-US" altLang="ja-JP" sz="2800" b="1" dirty="0">
                <a:latin typeface="+mn-ea"/>
              </a:rPr>
              <a:t> </a:t>
            </a:r>
            <a:r>
              <a:rPr lang="ja-JP" altLang="en-US" sz="2800" b="1">
                <a:latin typeface="+mn-ea"/>
              </a:rPr>
              <a:t>→</a:t>
            </a:r>
            <a:r>
              <a:rPr lang="en-US" altLang="ja-JP" sz="2800" b="1" dirty="0">
                <a:latin typeface="+mn-ea"/>
              </a:rPr>
              <a:t> </a:t>
            </a:r>
            <a:r>
              <a:rPr lang="en-US" altLang="ja-JP" sz="2800" b="1" dirty="0" err="1">
                <a:latin typeface="+mn-ea"/>
              </a:rPr>
              <a:t>exa</a:t>
            </a:r>
            <a:r>
              <a:rPr lang="en-US" altLang="ja-JP" sz="2800" b="1" dirty="0" err="1">
                <a:solidFill>
                  <a:srgbClr val="C00000"/>
                </a:solidFill>
                <a:latin typeface="+mn-ea"/>
              </a:rPr>
              <a:t>n</a:t>
            </a:r>
            <a:r>
              <a:rPr lang="en-US" altLang="ja-JP" sz="2800" b="1" dirty="0" err="1">
                <a:latin typeface="+mn-ea"/>
              </a:rPr>
              <a:t>ple</a:t>
            </a:r>
            <a:r>
              <a:rPr lang="en-US" altLang="ja-JP" sz="2800" b="1" dirty="0">
                <a:latin typeface="+mn-ea"/>
              </a:rPr>
              <a:t> . c</a:t>
            </a:r>
            <a:r>
              <a:rPr lang="en-US" altLang="ja-JP" sz="2800" b="1" dirty="0">
                <a:solidFill>
                  <a:srgbClr val="C00000"/>
                </a:solidFill>
                <a:latin typeface="+mn-ea"/>
              </a:rPr>
              <a:t>p</a:t>
            </a:r>
            <a:r>
              <a:rPr lang="en-US" altLang="ja-JP" sz="2800" b="1" dirty="0">
                <a:latin typeface="+mn-ea"/>
              </a:rPr>
              <a:t> . </a:t>
            </a:r>
            <a:r>
              <a:rPr lang="en-US" altLang="ja-JP" sz="2800" b="1" dirty="0" err="1">
                <a:latin typeface="+mn-ea"/>
              </a:rPr>
              <a:t>jp</a:t>
            </a:r>
            <a:endParaRPr lang="en-US" altLang="ja-JP" sz="2800" b="1" dirty="0">
              <a:latin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3681DA-1685-B57B-CAA8-1E4A9381984F}"/>
              </a:ext>
            </a:extLst>
          </p:cNvPr>
          <p:cNvSpPr txBox="1"/>
          <p:nvPr/>
        </p:nvSpPr>
        <p:spPr>
          <a:xfrm>
            <a:off x="1100159" y="2122177"/>
            <a:ext cx="24574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800">
                <a:latin typeface="+mn-ea"/>
              </a:rPr>
              <a:t>関連研究</a:t>
            </a:r>
            <a:r>
              <a:rPr lang="en-US" altLang="ja-JP" sz="2800" dirty="0">
                <a:latin typeface="+mn-ea"/>
              </a:rPr>
              <a:t>[1]</a:t>
            </a:r>
            <a:endParaRPr kumimoji="1" lang="ja-JP" altLang="en-US" sz="2800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D762EA-DEB7-3A78-9F40-CED60FBB49E7}"/>
              </a:ext>
            </a:extLst>
          </p:cNvPr>
          <p:cNvSpPr txBox="1"/>
          <p:nvPr/>
        </p:nvSpPr>
        <p:spPr>
          <a:xfrm>
            <a:off x="1100159" y="2972263"/>
            <a:ext cx="24574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800">
                <a:latin typeface="+mn-ea"/>
              </a:rPr>
              <a:t>関連研究</a:t>
            </a:r>
            <a:r>
              <a:rPr kumimoji="1" lang="en-US" altLang="ja-JP" sz="2800" dirty="0">
                <a:latin typeface="+mn-ea"/>
              </a:rPr>
              <a:t>[2]</a:t>
            </a:r>
            <a:endParaRPr kumimoji="1" lang="ja-JP" altLang="en-US" sz="2800">
              <a:latin typeface="+mn-ea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0537689-D341-CBB1-2228-635A6D580FD9}"/>
              </a:ext>
            </a:extLst>
          </p:cNvPr>
          <p:cNvSpPr txBox="1"/>
          <p:nvPr/>
        </p:nvSpPr>
        <p:spPr>
          <a:xfrm>
            <a:off x="250824" y="6150114"/>
            <a:ext cx="7648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[1]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Szurdi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, J. and Christin, N.: Email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typosquatting,Proceedings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of the 2017 Internet Measurement Conference, IMC ’17, New York, NY, USA, 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Associationfor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Computing Machinery, p. 419–431 (online), DOI:10.1145/3131365.3131399 (2017).</a:t>
            </a:r>
          </a:p>
          <a:p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[2] 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Ahmad, I., Parvez, M. A. and Iqbal, A.: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TypoWriter:A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Tool to Prevent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Typosquatting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, 2019 IEEE 43rdAnnual Computer Software and Applications Confer-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ence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(COMPSAC), Vol. 1, pp. 423–432 (online), DOI:10.1109/COMPSAC.2019.00068 (2019).</a:t>
            </a:r>
            <a:endParaRPr kumimoji="1" lang="ja-JP" altLang="en-US" sz="100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8232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0310154-D6C6-65F3-B961-D506B7641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320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調査用</a:t>
            </a:r>
            <a:r>
              <a:rPr kumimoji="1" lang="en-US" altLang="ja-JP" dirty="0"/>
              <a:t>Web</a:t>
            </a:r>
            <a:r>
              <a:rPr kumimoji="1" lang="ja-JP" altLang="en-US"/>
              <a:t>サイトを用いて</a:t>
            </a:r>
            <a:r>
              <a:rPr lang="ja-JP" altLang="en-US"/>
              <a:t>タイポドメインを収集</a:t>
            </a:r>
            <a:endParaRPr lang="en-US" altLang="ja-JP" dirty="0"/>
          </a:p>
          <a:p>
            <a:r>
              <a:rPr kumimoji="1" lang="ja-JP" altLang="en-US"/>
              <a:t>調査参加者数：</a:t>
            </a:r>
            <a:r>
              <a:rPr kumimoji="1" lang="en-US" altLang="ja-JP" dirty="0"/>
              <a:t>300</a:t>
            </a:r>
            <a:r>
              <a:rPr kumimoji="1" lang="ja-JP" altLang="en-US"/>
              <a:t>人（男女比</a:t>
            </a:r>
            <a:r>
              <a:rPr kumimoji="1" lang="en-US" altLang="ja-JP" dirty="0"/>
              <a:t> 1 : 1</a:t>
            </a:r>
            <a:r>
              <a:rPr kumimoji="1" lang="ja-JP" altLang="en-US"/>
              <a:t>）</a:t>
            </a:r>
            <a:endParaRPr lang="en-US" altLang="ja-JP" dirty="0"/>
          </a:p>
          <a:p>
            <a:r>
              <a:rPr lang="ja-JP" altLang="en-US"/>
              <a:t>調査参加者の属性：日本語かつ</a:t>
            </a:r>
            <a:r>
              <a:rPr lang="en-US" altLang="ja-JP" dirty="0"/>
              <a:t>Outlook</a:t>
            </a:r>
            <a:r>
              <a:rPr lang="ja-JP" altLang="en-US"/>
              <a:t>の操作に堪能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/>
              <a:t>人あたり</a:t>
            </a:r>
            <a:r>
              <a:rPr kumimoji="1" lang="en-US" altLang="ja-JP" dirty="0"/>
              <a:t>40</a:t>
            </a:r>
            <a:r>
              <a:rPr lang="ja-JP" altLang="en-US"/>
              <a:t>個のメールアドレスを入力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lang="en-US" altLang="ja-JP" b="1" dirty="0"/>
              <a:t>〈</a:t>
            </a:r>
            <a:r>
              <a:rPr lang="ja-JP" altLang="en-US" b="1"/>
              <a:t>調査手法</a:t>
            </a:r>
            <a:r>
              <a:rPr lang="en-US" altLang="ja-JP" b="1" dirty="0"/>
              <a:t>〉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/>
              <a:t>調査用</a:t>
            </a:r>
            <a:r>
              <a:rPr kumimoji="1" lang="en" altLang="ja-JP" dirty="0"/>
              <a:t>Web </a:t>
            </a:r>
            <a:r>
              <a:rPr kumimoji="1" lang="ja-JP" altLang="en-US"/>
              <a:t>サイトを作成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/>
              <a:t>クラウドソーシングサービスを利用して調査参加者を募集し、メールアドレスの入力データを収集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/>
              <a:t>収集したデータからタイポドメインを抽出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C72C48-CB9A-7AE0-0F3E-D1380967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8C7B078-EA81-66E7-A3B6-529F4B02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調査</a:t>
            </a:r>
            <a:r>
              <a:rPr lang="ja-JP" altLang="en-US"/>
              <a:t>概要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2DE339F-AD71-67C4-CD9F-1D0611D85C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調査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59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A8B0-CC55-25AC-D34D-2ED8B022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5F7D71B-4CDE-3A53-C295-ED9933B29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Outlook</a:t>
            </a:r>
            <a:r>
              <a:rPr kumimoji="1" lang="ja-JP" altLang="en-US"/>
              <a:t>に似せた</a:t>
            </a:r>
            <a:r>
              <a:rPr kumimoji="1" lang="en-US" altLang="ja-JP" dirty="0"/>
              <a:t>UI</a:t>
            </a:r>
            <a:r>
              <a:rPr kumimoji="1" lang="ja-JP" altLang="en-US"/>
              <a:t>および機能を持つ調査用</a:t>
            </a:r>
            <a:r>
              <a:rPr kumimoji="1" lang="en-US" altLang="ja-JP" dirty="0"/>
              <a:t>Web</a:t>
            </a:r>
            <a:r>
              <a:rPr kumimoji="1" lang="ja-JP" altLang="en-US"/>
              <a:t>サイト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7A21E7-9221-530D-1137-1E74DAE0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7E979C2-0A2E-4021-B49C-90E760D5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調査用</a:t>
            </a:r>
            <a:r>
              <a:rPr lang="en-US" altLang="ja-JP" dirty="0"/>
              <a:t>Web</a:t>
            </a:r>
            <a:r>
              <a:rPr lang="ja-JP" altLang="en-US"/>
              <a:t>サイトの作成</a:t>
            </a:r>
            <a:r>
              <a:rPr kumimoji="1" lang="en-US" altLang="ja-JP" dirty="0"/>
              <a:t>	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97EA6D4-EFB7-F6BF-739A-1100329C7E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調査</a:t>
            </a:r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79F062E-1960-A6BA-F193-CB44F15DB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22171"/>
            <a:ext cx="7772400" cy="450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90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B3E91-D2E9-7205-B0DE-3B64C6A3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A784157-27D9-54A0-3047-C2164BE0A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入力データからタイポドメインを収集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（タイポドメインの要件に合致する入力データ）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E459D3-CBF9-569F-0F90-432F1EAB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F06324E-B9C6-A425-FB84-26BDAF8C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タイポドメインの収集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D4CAA3A-B8D9-BA28-49C0-7DF4E994FE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調査</a:t>
            </a:r>
            <a:endParaRPr kumimoji="1" lang="ja-JP" altLang="en-US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73B35B97-5905-17BE-4140-E2597B733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462079"/>
              </p:ext>
            </p:extLst>
          </p:nvPr>
        </p:nvGraphicFramePr>
        <p:xfrm>
          <a:off x="151107" y="2601701"/>
          <a:ext cx="4641816" cy="30436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0908">
                  <a:extLst>
                    <a:ext uri="{9D8B030D-6E8A-4147-A177-3AD203B41FA5}">
                      <a16:colId xmlns:a16="http://schemas.microsoft.com/office/drawing/2014/main" val="1565536192"/>
                    </a:ext>
                  </a:extLst>
                </a:gridCol>
                <a:gridCol w="2320908">
                  <a:extLst>
                    <a:ext uri="{9D8B030D-6E8A-4147-A177-3AD203B41FA5}">
                      <a16:colId xmlns:a16="http://schemas.microsoft.com/office/drawing/2014/main" val="2761618406"/>
                    </a:ext>
                  </a:extLst>
                </a:gridCol>
              </a:tblGrid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正しいメールアドレス</a:t>
                      </a:r>
                      <a:endParaRPr lang="en-JP" sz="110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入力されたメールアドレス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9150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taro . </a:t>
                      </a:r>
                      <a:r>
                        <a:rPr lang="en-US" sz="11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yamada@</a:t>
                      </a:r>
                      <a:r>
                        <a:rPr lang="en-US" sz="1100" b="1" u="sng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</a:t>
                      </a:r>
                      <a:r>
                        <a:rPr lang="en-US" sz="11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com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taro . </a:t>
                      </a:r>
                      <a:r>
                        <a:rPr lang="en-US" sz="11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yamada@</a:t>
                      </a:r>
                      <a:r>
                        <a:rPr lang="en-US" sz="1100" b="1" u="sng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</a:t>
                      </a:r>
                      <a:r>
                        <a:rPr lang="en-US" sz="11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com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23014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thanako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@example . jp</a:t>
                      </a:r>
                      <a:endParaRPr lang="en-JP" sz="11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thanako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@example . jp</a:t>
                      </a:r>
                      <a:endParaRPr lang="en-JP" sz="11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710953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sato@</a:t>
                      </a:r>
                      <a:r>
                        <a:rPr lang="en-US" sz="1100" b="1" u="sng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</a:t>
                      </a:r>
                      <a:r>
                        <a:rPr lang="en-US" sz="11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co . </a:t>
                      </a:r>
                      <a:r>
                        <a:rPr lang="en-US" sz="1100" b="1" u="sng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sato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@</a:t>
                      </a:r>
                      <a:r>
                        <a:rPr lang="en-JP" sz="11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examplee . co . jp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35846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g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_</a:t>
                      </a:r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tanaka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@</a:t>
                      </a:r>
                      <a:r>
                        <a:rPr lang="en-JP" sz="11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 . ne . jp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g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_</a:t>
                      </a:r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tanaka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@</a:t>
                      </a:r>
                      <a:r>
                        <a:rPr lang="en-JP" sz="11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 . ne . jp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608499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7971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6C7622D-56C1-6E12-15AB-A39501E16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73293"/>
              </p:ext>
            </p:extLst>
          </p:nvPr>
        </p:nvGraphicFramePr>
        <p:xfrm>
          <a:off x="5329904" y="2601701"/>
          <a:ext cx="3609699" cy="253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9563">
                  <a:extLst>
                    <a:ext uri="{9D8B030D-6E8A-4147-A177-3AD203B41FA5}">
                      <a16:colId xmlns:a16="http://schemas.microsoft.com/office/drawing/2014/main" val="1565536192"/>
                    </a:ext>
                  </a:extLst>
                </a:gridCol>
                <a:gridCol w="1509744">
                  <a:extLst>
                    <a:ext uri="{9D8B030D-6E8A-4147-A177-3AD203B41FA5}">
                      <a16:colId xmlns:a16="http://schemas.microsoft.com/office/drawing/2014/main" val="2761618406"/>
                    </a:ext>
                  </a:extLst>
                </a:gridCol>
                <a:gridCol w="690392">
                  <a:extLst>
                    <a:ext uri="{9D8B030D-6E8A-4147-A177-3AD203B41FA5}">
                      <a16:colId xmlns:a16="http://schemas.microsoft.com/office/drawing/2014/main" val="4208120209"/>
                    </a:ext>
                  </a:extLst>
                </a:gridCol>
              </a:tblGrid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正しいドメイン</a:t>
                      </a:r>
                      <a:endParaRPr lang="en-JP" sz="110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タイポドメイン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DL距離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9150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</a:t>
                      </a:r>
                      <a:r>
                        <a:rPr lang="en-US" sz="11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le . </a:t>
                      </a:r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com</a:t>
                      </a:r>
                      <a:endParaRPr lang="en-JP" sz="11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</a:t>
                      </a:r>
                      <a:r>
                        <a:rPr lang="en-US" sz="1100" b="1" u="sng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</a:t>
                      </a:r>
                      <a:r>
                        <a:rPr lang="en-US" sz="11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</a:t>
                      </a:r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com</a:t>
                      </a:r>
                      <a:endParaRPr lang="en-JP" sz="11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23014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</a:t>
                      </a:r>
                      <a:r>
                        <a:rPr lang="en-US" sz="11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 . </a:t>
                      </a:r>
                      <a:r>
                        <a:rPr lang="en-US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 . </a:t>
                      </a:r>
                      <a:r>
                        <a:rPr lang="en-US" sz="11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1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</a:t>
                      </a:r>
                      <a:r>
                        <a:rPr lang="en-JP" sz="11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ee . </a:t>
                      </a:r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 . jp</a:t>
                      </a:r>
                      <a:endParaRPr lang="en-JP" sz="11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35846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</a:t>
                      </a:r>
                      <a:r>
                        <a:rPr lang="en-JP" sz="11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ne . jp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</a:t>
                      </a:r>
                      <a:r>
                        <a:rPr lang="en-JP" sz="11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jp</a:t>
                      </a:r>
                      <a:endParaRPr lang="en-JP" sz="11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65473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1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7971"/>
                  </a:ext>
                </a:extLst>
              </a:tr>
            </a:tbl>
          </a:graphicData>
        </a:graphic>
      </p:graphicFrame>
      <p:sp>
        <p:nvSpPr>
          <p:cNvPr id="8" name="Triangle 9">
            <a:extLst>
              <a:ext uri="{FF2B5EF4-FFF2-40B4-BE49-F238E27FC236}">
                <a16:creationId xmlns:a16="http://schemas.microsoft.com/office/drawing/2014/main" id="{C7885BC3-B8D7-1613-521A-77DA7C75819E}"/>
              </a:ext>
            </a:extLst>
          </p:cNvPr>
          <p:cNvSpPr/>
          <p:nvPr/>
        </p:nvSpPr>
        <p:spPr>
          <a:xfrm rot="5400000">
            <a:off x="4856762" y="4029043"/>
            <a:ext cx="409303" cy="182880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5C3E30E-F0E4-3D63-BEA7-FCA2E1E822BD}"/>
              </a:ext>
            </a:extLst>
          </p:cNvPr>
          <p:cNvSpPr txBox="1"/>
          <p:nvPr/>
        </p:nvSpPr>
        <p:spPr>
          <a:xfrm>
            <a:off x="1111883" y="2206284"/>
            <a:ext cx="2516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>
                <a:latin typeface="Noto Sans JP" panose="020B0200000000000000" pitchFamily="34" charset="-128"/>
                <a:ea typeface="Noto Sans JP" panose="020B0200000000000000" pitchFamily="34" charset="-128"/>
              </a:rPr>
              <a:t>収集</a:t>
            </a:r>
            <a:r>
              <a:rPr lang="en-JP" sz="1600" b="1">
                <a:latin typeface="Noto Sans JP" panose="020B0200000000000000" pitchFamily="34" charset="-128"/>
                <a:ea typeface="Noto Sans JP" panose="020B0200000000000000" pitchFamily="34" charset="-128"/>
              </a:rPr>
              <a:t>テ</a:t>
            </a:r>
            <a:r>
              <a:rPr lang="en-JP" sz="16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ーブル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EC0DE912-5D78-1CBB-6B00-5A91A410E487}"/>
              </a:ext>
            </a:extLst>
          </p:cNvPr>
          <p:cNvSpPr txBox="1"/>
          <p:nvPr/>
        </p:nvSpPr>
        <p:spPr>
          <a:xfrm>
            <a:off x="5120853" y="2206283"/>
            <a:ext cx="3609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6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タイポドメインテーブル</a:t>
            </a:r>
          </a:p>
        </p:txBody>
      </p:sp>
    </p:spTree>
    <p:extLst>
      <p:ext uri="{BB962C8B-B14F-4D97-AF65-F5344CB8AC3E}">
        <p14:creationId xmlns:p14="http://schemas.microsoft.com/office/powerpoint/2010/main" val="128602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D06F8BF-DAD1-9E1D-2458-0E61A302C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Yahoo!</a:t>
            </a:r>
            <a:r>
              <a:rPr lang="ja-JP" altLang="en-US"/>
              <a:t>クラウドソーシングを用いて調査参加者を募集</a:t>
            </a:r>
            <a:endParaRPr lang="en-US" altLang="ja-JP" dirty="0"/>
          </a:p>
          <a:p>
            <a:r>
              <a:rPr lang="en-US" altLang="ja-JP" dirty="0"/>
              <a:t>2024</a:t>
            </a:r>
            <a:r>
              <a:rPr lang="ja-JP" altLang="en-US"/>
              <a:t>年</a:t>
            </a:r>
            <a:r>
              <a:rPr lang="en-US" altLang="ja-JP" dirty="0"/>
              <a:t>12</a:t>
            </a:r>
            <a:r>
              <a:rPr lang="ja-JP" altLang="en-US"/>
              <a:t>月</a:t>
            </a:r>
            <a:r>
              <a:rPr lang="en-US" altLang="ja-JP" dirty="0"/>
              <a:t>24〜26</a:t>
            </a:r>
            <a:r>
              <a:rPr lang="ja-JP" altLang="en-US"/>
              <a:t>日に調査を実施</a:t>
            </a:r>
            <a:endParaRPr lang="en-US" altLang="ja-JP" dirty="0"/>
          </a:p>
          <a:p>
            <a:r>
              <a:rPr lang="en-US" altLang="ja-JP" dirty="0"/>
              <a:t>12,000</a:t>
            </a:r>
            <a:r>
              <a:rPr lang="ja-JP" altLang="en-US"/>
              <a:t>個のデータを収集（</a:t>
            </a:r>
            <a:r>
              <a:rPr lang="en-US" altLang="ja-JP" dirty="0"/>
              <a:t>300</a:t>
            </a:r>
            <a:r>
              <a:rPr lang="ja-JP" altLang="en-US"/>
              <a:t>人</a:t>
            </a:r>
            <a:r>
              <a:rPr lang="en-US" altLang="ja-JP" dirty="0"/>
              <a:t>×40</a:t>
            </a:r>
            <a:r>
              <a:rPr lang="ja-JP" altLang="en-US"/>
              <a:t>ドメイン）</a:t>
            </a:r>
            <a:endParaRPr lang="en-US" altLang="ja-JP" dirty="0"/>
          </a:p>
          <a:p>
            <a:endParaRPr lang="en-US" altLang="ja-JP" dirty="0"/>
          </a:p>
          <a:p>
            <a:pPr marL="0" indent="0" algn="ctr">
              <a:buNone/>
            </a:pPr>
            <a:r>
              <a:rPr lang="en-US" altLang="ja-JP" b="1" dirty="0">
                <a:solidFill>
                  <a:srgbClr val="C00000"/>
                </a:solidFill>
              </a:rPr>
              <a:t>916</a:t>
            </a:r>
            <a:r>
              <a:rPr lang="ja-JP" altLang="en-US" b="1">
                <a:solidFill>
                  <a:srgbClr val="C00000"/>
                </a:solidFill>
              </a:rPr>
              <a:t>個</a:t>
            </a:r>
            <a:r>
              <a:rPr lang="ja-JP" altLang="en-US"/>
              <a:t>のタイポドメインを収集</a:t>
            </a:r>
            <a:endParaRPr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正しいドメインと</a:t>
            </a:r>
            <a:r>
              <a:rPr lang="ja-JP" altLang="en-US" b="1"/>
              <a:t>編集距離が</a:t>
            </a:r>
            <a:r>
              <a:rPr lang="en-US" altLang="ja-JP" b="1" dirty="0"/>
              <a:t> 1 </a:t>
            </a:r>
          </a:p>
          <a:p>
            <a:pPr marL="0" indent="0" algn="ctr">
              <a:buNone/>
            </a:pPr>
            <a:r>
              <a:rPr lang="en-US" altLang="ja-JP" b="1" dirty="0">
                <a:solidFill>
                  <a:srgbClr val="C00000"/>
                </a:solidFill>
              </a:rPr>
              <a:t>745</a:t>
            </a:r>
            <a:r>
              <a:rPr lang="ja-JP" altLang="en-US" b="1">
                <a:solidFill>
                  <a:srgbClr val="C00000"/>
                </a:solidFill>
              </a:rPr>
              <a:t>個（約</a:t>
            </a:r>
            <a:r>
              <a:rPr lang="en-US" altLang="ja-JP" b="1" dirty="0">
                <a:solidFill>
                  <a:srgbClr val="C00000"/>
                </a:solidFill>
              </a:rPr>
              <a:t>80%</a:t>
            </a:r>
            <a:r>
              <a:rPr lang="ja-JP" altLang="en-US" b="1">
                <a:solidFill>
                  <a:srgbClr val="C00000"/>
                </a:solidFill>
              </a:rPr>
              <a:t>）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/>
              <a:t>正しいドメインと</a:t>
            </a:r>
            <a:r>
              <a:rPr lang="ja-JP" altLang="en-US" b="1"/>
              <a:t>編集距離が</a:t>
            </a:r>
            <a:r>
              <a:rPr lang="en-US" altLang="ja-JP" b="1" dirty="0"/>
              <a:t> 2 </a:t>
            </a:r>
            <a:r>
              <a:rPr lang="ja-JP" altLang="en-US" b="1"/>
              <a:t>以上</a:t>
            </a:r>
            <a:endParaRPr lang="en-US" altLang="ja-JP" b="1" dirty="0"/>
          </a:p>
          <a:p>
            <a:pPr marL="0" indent="0" algn="ctr">
              <a:buNone/>
            </a:pPr>
            <a:r>
              <a:rPr lang="en-US" altLang="ja-JP" b="1" dirty="0">
                <a:solidFill>
                  <a:srgbClr val="C00000"/>
                </a:solidFill>
              </a:rPr>
              <a:t>171</a:t>
            </a:r>
            <a:r>
              <a:rPr lang="ja-JP" altLang="en-US" b="1">
                <a:solidFill>
                  <a:srgbClr val="C00000"/>
                </a:solidFill>
              </a:rPr>
              <a:t>個（約</a:t>
            </a:r>
            <a:r>
              <a:rPr lang="en-US" altLang="ja-JP" b="1" dirty="0">
                <a:solidFill>
                  <a:srgbClr val="C00000"/>
                </a:solidFill>
              </a:rPr>
              <a:t>20%</a:t>
            </a:r>
            <a:r>
              <a:rPr lang="ja-JP" altLang="en-US" b="1">
                <a:solidFill>
                  <a:srgbClr val="C00000"/>
                </a:solidFill>
              </a:rPr>
              <a:t>）</a:t>
            </a:r>
            <a:endParaRPr lang="en-US" altLang="ja-JP" b="1" dirty="0">
              <a:solidFill>
                <a:srgbClr val="C0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3D3CBC8-CEF1-C0CE-3D17-FF50F253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FBA49F8-8FE2-72A5-1DA3-365AB0DA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調査結果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AB1D6FB-8EE6-4BDF-CD16-021FC853FD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調査</a:t>
            </a:r>
            <a:endParaRPr kumimoji="1" lang="ja-JP" altLang="en-US"/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16092225-7BE8-B480-9C48-3BA1FC91E805}"/>
              </a:ext>
            </a:extLst>
          </p:cNvPr>
          <p:cNvSpPr/>
          <p:nvPr/>
        </p:nvSpPr>
        <p:spPr>
          <a:xfrm rot="10800000">
            <a:off x="4191000" y="2521356"/>
            <a:ext cx="762000" cy="2921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左大かっこ 6">
            <a:extLst>
              <a:ext uri="{FF2B5EF4-FFF2-40B4-BE49-F238E27FC236}">
                <a16:creationId xmlns:a16="http://schemas.microsoft.com/office/drawing/2014/main" id="{E6917454-3AF7-EDDE-0EA3-210A4D85C037}"/>
              </a:ext>
            </a:extLst>
          </p:cNvPr>
          <p:cNvSpPr/>
          <p:nvPr/>
        </p:nvSpPr>
        <p:spPr>
          <a:xfrm>
            <a:off x="489136" y="3657599"/>
            <a:ext cx="117662" cy="2097741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左大かっこ 9">
            <a:extLst>
              <a:ext uri="{FF2B5EF4-FFF2-40B4-BE49-F238E27FC236}">
                <a16:creationId xmlns:a16="http://schemas.microsoft.com/office/drawing/2014/main" id="{B385D567-DE36-FFDE-54BE-6FD3FD53BD95}"/>
              </a:ext>
            </a:extLst>
          </p:cNvPr>
          <p:cNvSpPr/>
          <p:nvPr/>
        </p:nvSpPr>
        <p:spPr>
          <a:xfrm rot="10800000">
            <a:off x="8397688" y="3657599"/>
            <a:ext cx="117662" cy="2097741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348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0BDF-292E-22ED-1349-C304C8D6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0C50A52-58C8-836B-EC7E-A511F3725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b="1"/>
              <a:t>調査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　人を対象に調査を行い、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タイプミスを含むドメインの</a:t>
            </a:r>
            <a:r>
              <a:rPr kumimoji="1" lang="ja-JP" altLang="en-US" b="1"/>
              <a:t>入力データを収集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b="1" dirty="0"/>
          </a:p>
          <a:p>
            <a:pPr marL="457200" indent="-457200">
              <a:buFont typeface="+mj-lt"/>
              <a:buAutoNum type="arabicPeriod" startAt="2"/>
            </a:pPr>
            <a:r>
              <a:rPr lang="ja-JP" altLang="en-US" b="1">
                <a:solidFill>
                  <a:srgbClr val="C00000"/>
                </a:solidFill>
              </a:rPr>
              <a:t>分析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/>
              <a:t>　入力データからタイプミスを抽出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　タイプミスの傾向や網羅性</a:t>
            </a:r>
            <a:r>
              <a:rPr lang="ja-JP" altLang="en-US"/>
              <a:t>を分析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457200" indent="-457200">
              <a:buFont typeface="+mj-lt"/>
              <a:buAutoNum type="arabicPeriod" startAt="3"/>
            </a:pPr>
            <a:r>
              <a:rPr kumimoji="1" lang="ja-JP" altLang="en-US" b="1"/>
              <a:t>提案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/>
              <a:t>　調査・分析の結果をもとに、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タイポスクワッティング</a:t>
            </a:r>
            <a:r>
              <a:rPr kumimoji="1" lang="ja-JP" altLang="en-US" b="1"/>
              <a:t>生成モデルの構築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5E3037-17D2-5169-E139-7F4DC7C9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D5FE7E4-8C5B-AD6E-A1D9-EFA3C85F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本研究の流れ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313148E-5480-C4AD-EAA5-916A33E202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52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CF41E38-F33C-8A8C-228B-9E0E5325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タイポドメインから</a:t>
            </a:r>
            <a:r>
              <a:rPr lang="ja-JP" altLang="en-US" b="1">
                <a:solidFill>
                  <a:srgbClr val="C00000"/>
                </a:solidFill>
              </a:rPr>
              <a:t>タイプミスされた文字列</a:t>
            </a:r>
            <a:r>
              <a:rPr lang="ja-JP" altLang="en-US"/>
              <a:t>を抽出</a:t>
            </a:r>
            <a:endParaRPr lang="en-US" altLang="ja-JP" dirty="0"/>
          </a:p>
          <a:p>
            <a:r>
              <a:rPr kumimoji="1" lang="ja-JP" altLang="en-US"/>
              <a:t>削除・挿入・置換：タイプミスされた文字とその前後</a:t>
            </a:r>
            <a:endParaRPr kumimoji="1" lang="en-US" altLang="ja-JP" dirty="0"/>
          </a:p>
          <a:p>
            <a:r>
              <a:rPr kumimoji="1" lang="ja-JP" altLang="en-US"/>
              <a:t>転置：転置された２文字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280839-AFC7-95EA-32FF-588B2E66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8D767DC-4F93-1489-B156-86BC4673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分析手法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993B4A7-AD84-DF49-EFB2-D61BEBDE0F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分析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B721008-029D-3F6D-1B9C-55AA144E9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65621"/>
              </p:ext>
            </p:extLst>
          </p:nvPr>
        </p:nvGraphicFramePr>
        <p:xfrm>
          <a:off x="628650" y="2958306"/>
          <a:ext cx="4343728" cy="253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9777">
                  <a:extLst>
                    <a:ext uri="{9D8B030D-6E8A-4147-A177-3AD203B41FA5}">
                      <a16:colId xmlns:a16="http://schemas.microsoft.com/office/drawing/2014/main" val="1565536192"/>
                    </a:ext>
                  </a:extLst>
                </a:gridCol>
                <a:gridCol w="1763168">
                  <a:extLst>
                    <a:ext uri="{9D8B030D-6E8A-4147-A177-3AD203B41FA5}">
                      <a16:colId xmlns:a16="http://schemas.microsoft.com/office/drawing/2014/main" val="2761618406"/>
                    </a:ext>
                  </a:extLst>
                </a:gridCol>
                <a:gridCol w="830783">
                  <a:extLst>
                    <a:ext uri="{9D8B030D-6E8A-4147-A177-3AD203B41FA5}">
                      <a16:colId xmlns:a16="http://schemas.microsoft.com/office/drawing/2014/main" val="4208120209"/>
                    </a:ext>
                  </a:extLst>
                </a:gridCol>
              </a:tblGrid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正しいドメイン</a:t>
                      </a:r>
                      <a:endParaRPr lang="en-JP" sz="120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タイポドメイン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DL距離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9150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</a:t>
                      </a:r>
                      <a:r>
                        <a:rPr lang="en-US" sz="14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le . </a:t>
                      </a:r>
                      <a:r>
                        <a:rPr lang="en-US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com</a:t>
                      </a:r>
                      <a:endParaRPr lang="en-JP" sz="14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</a:t>
                      </a:r>
                      <a:r>
                        <a:rPr lang="en-US" sz="1400" b="1" u="sng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</a:t>
                      </a:r>
                      <a:r>
                        <a:rPr lang="en-US" sz="14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</a:t>
                      </a:r>
                      <a:r>
                        <a:rPr lang="en-US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com</a:t>
                      </a:r>
                      <a:endParaRPr lang="en-JP" sz="14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23014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</a:t>
                      </a:r>
                      <a:r>
                        <a:rPr lang="en-US" sz="1400" b="1" u="sng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 . </a:t>
                      </a:r>
                      <a:r>
                        <a:rPr lang="en-US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 . </a:t>
                      </a:r>
                      <a:r>
                        <a:rPr lang="en-US" sz="14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4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</a:t>
                      </a:r>
                      <a:r>
                        <a:rPr lang="en-JP" sz="14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ee . </a:t>
                      </a:r>
                      <a:r>
                        <a:rPr lang="en-JP" sz="14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co . jp</a:t>
                      </a:r>
                      <a:endParaRPr lang="en-JP" sz="14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35846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4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</a:t>
                      </a:r>
                      <a:r>
                        <a:rPr lang="en-JP" sz="14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ne . jp</a:t>
                      </a:r>
                      <a:endParaRPr lang="en-JP" sz="14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</a:t>
                      </a:r>
                      <a:r>
                        <a:rPr lang="en-JP" sz="1400" b="1" u="sng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jp</a:t>
                      </a:r>
                      <a:endParaRPr lang="en-JP" sz="1400" b="1" u="sng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65473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4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797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C1528A16-CE65-F82B-4CA9-11A230444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986435"/>
              </p:ext>
            </p:extLst>
          </p:nvPr>
        </p:nvGraphicFramePr>
        <p:xfrm>
          <a:off x="5512885" y="2949468"/>
          <a:ext cx="2965749" cy="253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2435">
                  <a:extLst>
                    <a:ext uri="{9D8B030D-6E8A-4147-A177-3AD203B41FA5}">
                      <a16:colId xmlns:a16="http://schemas.microsoft.com/office/drawing/2014/main" val="156553619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761618406"/>
                    </a:ext>
                  </a:extLst>
                </a:gridCol>
                <a:gridCol w="806994">
                  <a:extLst>
                    <a:ext uri="{9D8B030D-6E8A-4147-A177-3AD203B41FA5}">
                      <a16:colId xmlns:a16="http://schemas.microsoft.com/office/drawing/2014/main" val="3333400315"/>
                    </a:ext>
                  </a:extLst>
                </a:gridCol>
              </a:tblGrid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正しい文字列</a:t>
                      </a:r>
                      <a:endParaRPr lang="en-JP" sz="105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05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タイポ文字列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05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操作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9150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le  . 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  . 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削除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23014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  . 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ee</a:t>
                      </a:r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</a:t>
                      </a: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挿入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35846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altLang="ja-JP" sz="1600" b="1" u="none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. ne . jp</a:t>
                      </a:r>
                      <a:endParaRPr lang="en-JP" sz="1600" b="1" u="none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altLang="ja-JP" sz="1600" b="1" u="none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. jp</a:t>
                      </a:r>
                      <a:endParaRPr lang="en-JP" sz="1600" b="1" u="none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削除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185577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7971"/>
                  </a:ext>
                </a:extLst>
              </a:tr>
            </a:tbl>
          </a:graphicData>
        </a:graphic>
      </p:graphicFrame>
      <p:sp>
        <p:nvSpPr>
          <p:cNvPr id="8" name="Triangle 10">
            <a:extLst>
              <a:ext uri="{FF2B5EF4-FFF2-40B4-BE49-F238E27FC236}">
                <a16:creationId xmlns:a16="http://schemas.microsoft.com/office/drawing/2014/main" id="{DD9308FE-8511-E808-D7A7-D12BAA310AEA}"/>
              </a:ext>
            </a:extLst>
          </p:cNvPr>
          <p:cNvSpPr/>
          <p:nvPr/>
        </p:nvSpPr>
        <p:spPr>
          <a:xfrm rot="5400000">
            <a:off x="5037979" y="3872576"/>
            <a:ext cx="409303" cy="182880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8A9CB735-97A0-A263-E37B-DCFC4DB98490}"/>
              </a:ext>
            </a:extLst>
          </p:cNvPr>
          <p:cNvSpPr txBox="1"/>
          <p:nvPr/>
        </p:nvSpPr>
        <p:spPr>
          <a:xfrm>
            <a:off x="862188" y="2555334"/>
            <a:ext cx="3609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タイポドメインテーブル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02F6E721-977F-04BB-C1A4-C4363E55387B}"/>
              </a:ext>
            </a:extLst>
          </p:cNvPr>
          <p:cNvSpPr txBox="1"/>
          <p:nvPr/>
        </p:nvSpPr>
        <p:spPr>
          <a:xfrm>
            <a:off x="5512885" y="2555334"/>
            <a:ext cx="296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4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差分テ</a:t>
            </a:r>
            <a:r>
              <a:rPr lang="en-JP" sz="1400" b="1">
                <a:latin typeface="Noto Sans JP" panose="020B0200000000000000" pitchFamily="34" charset="-128"/>
                <a:ea typeface="Noto Sans JP" panose="020B0200000000000000" pitchFamily="34" charset="-128"/>
              </a:rPr>
              <a:t>ーブル</a:t>
            </a:r>
            <a:endParaRPr lang="en-JP" sz="14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4887301-CB41-7621-29B9-25FCA813BAB9}"/>
              </a:ext>
            </a:extLst>
          </p:cNvPr>
          <p:cNvSpPr txBox="1"/>
          <p:nvPr/>
        </p:nvSpPr>
        <p:spPr>
          <a:xfrm>
            <a:off x="628650" y="5668330"/>
            <a:ext cx="7886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※</a:t>
            </a:r>
            <a:r>
              <a:rPr lang="ja-JP" altLang="en-US" sz="1400">
                <a:latin typeface="Noto Sans JP" panose="020B0200000000000000" pitchFamily="34" charset="-128"/>
                <a:ea typeface="Noto Sans JP" panose="020B0200000000000000" pitchFamily="34" charset="-128"/>
              </a:rPr>
              <a:t>正しいドメインと編集距離が</a:t>
            </a:r>
            <a:r>
              <a:rPr lang="en-US" altLang="ja-JP" sz="1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2</a:t>
            </a:r>
            <a:r>
              <a:rPr lang="ja-JP" altLang="en-US" sz="1400">
                <a:latin typeface="Noto Sans JP" panose="020B0200000000000000" pitchFamily="34" charset="-128"/>
                <a:ea typeface="Noto Sans JP" panose="020B0200000000000000" pitchFamily="34" charset="-128"/>
              </a:rPr>
              <a:t>以上のタイポドメインは手動で抽出</a:t>
            </a:r>
            <a:endParaRPr lang="en-JP" sz="1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2712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F3EEF71-9129-CCC6-F4D1-0FB5302AC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3"/>
            <a:ext cx="8402461" cy="5080010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ea"/>
              <a:buAutoNum type="circleNumDbPlain"/>
            </a:pPr>
            <a:r>
              <a:rPr lang="ja-JP" altLang="en-US" b="1">
                <a:effectLst/>
                <a:latin typeface="Helvetica" pitchFamily="2" charset="0"/>
              </a:rPr>
              <a:t>ヘボン式ローマ字と訓令式ローマ字の混同</a:t>
            </a:r>
            <a:endParaRPr lang="en-US" altLang="ja-JP" b="1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ja-JP" altLang="en-US">
                <a:solidFill>
                  <a:srgbClr val="000000"/>
                </a:solidFill>
                <a:latin typeface="Helvetica" pitchFamily="2" charset="0"/>
              </a:rPr>
              <a:t>ヘボン式</a:t>
            </a:r>
            <a:r>
              <a:rPr lang="en-US" altLang="ja-JP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ja-JP" altLang="en-US">
                <a:solidFill>
                  <a:srgbClr val="000000"/>
                </a:solidFill>
                <a:latin typeface="Helvetica" pitchFamily="2" charset="0"/>
              </a:rPr>
              <a:t>→</a:t>
            </a:r>
            <a:r>
              <a:rPr lang="en-US" altLang="ja-JP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ja-JP" altLang="en-US">
                <a:solidFill>
                  <a:srgbClr val="000000"/>
                </a:solidFill>
                <a:latin typeface="Helvetica" pitchFamily="2" charset="0"/>
              </a:rPr>
              <a:t>訓令式</a:t>
            </a:r>
            <a:endParaRPr lang="en-US" altLang="ja-JP" dirty="0">
              <a:solidFill>
                <a:srgbClr val="000000"/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altLang="ja-JP" b="1" dirty="0" err="1">
                <a:solidFill>
                  <a:srgbClr val="000000"/>
                </a:solidFill>
              </a:rPr>
              <a:t>tsu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ja-JP" altLang="en-US" b="1">
                <a:solidFill>
                  <a:srgbClr val="000000"/>
                </a:solidFill>
              </a:rPr>
              <a:t>→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en-US" altLang="ja-JP" b="1" dirty="0" err="1">
                <a:solidFill>
                  <a:srgbClr val="000000"/>
                </a:solidFill>
              </a:rPr>
              <a:t>tu</a:t>
            </a:r>
            <a:r>
              <a:rPr lang="ja-JP" altLang="en-US" b="1">
                <a:solidFill>
                  <a:srgbClr val="000000"/>
                </a:solidFill>
              </a:rPr>
              <a:t>、</a:t>
            </a:r>
            <a:r>
              <a:rPr lang="en-US" altLang="ja-JP" b="1" dirty="0" err="1">
                <a:solidFill>
                  <a:srgbClr val="000000"/>
                </a:solidFill>
              </a:rPr>
              <a:t>shi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ja-JP" altLang="en-US" b="1">
                <a:solidFill>
                  <a:srgbClr val="000000"/>
                </a:solidFill>
              </a:rPr>
              <a:t>→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en-US" altLang="ja-JP" b="1" dirty="0" err="1">
                <a:solidFill>
                  <a:srgbClr val="000000"/>
                </a:solidFill>
              </a:rPr>
              <a:t>si</a:t>
            </a:r>
            <a:r>
              <a:rPr lang="ja-JP" altLang="en-US" b="1">
                <a:solidFill>
                  <a:srgbClr val="000000"/>
                </a:solidFill>
              </a:rPr>
              <a:t>、</a:t>
            </a:r>
            <a:r>
              <a:rPr lang="en-US" altLang="ja-JP" b="1" dirty="0">
                <a:solidFill>
                  <a:srgbClr val="000000"/>
                </a:solidFill>
              </a:rPr>
              <a:t>sha </a:t>
            </a:r>
            <a:r>
              <a:rPr lang="ja-JP" altLang="en-US" b="1">
                <a:solidFill>
                  <a:srgbClr val="000000"/>
                </a:solidFill>
              </a:rPr>
              <a:t>→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en-US" altLang="ja-JP" b="1" dirty="0" err="1">
                <a:solidFill>
                  <a:srgbClr val="000000"/>
                </a:solidFill>
              </a:rPr>
              <a:t>sya</a:t>
            </a:r>
            <a:endParaRPr lang="en-US" altLang="ja-JP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rgbClr val="000000"/>
                </a:solidFill>
              </a:rPr>
              <a:t>訓令式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ja-JP" altLang="en-US">
                <a:solidFill>
                  <a:srgbClr val="000000"/>
                </a:solidFill>
              </a:rPr>
              <a:t>→ ヘボン式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altLang="ja-JP" b="1" dirty="0" err="1">
                <a:solidFill>
                  <a:srgbClr val="000000"/>
                </a:solidFill>
              </a:rPr>
              <a:t>tu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ja-JP" altLang="en-US" b="1">
                <a:solidFill>
                  <a:srgbClr val="000000"/>
                </a:solidFill>
              </a:rPr>
              <a:t>→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en-US" altLang="ja-JP" b="1" dirty="0" err="1">
                <a:solidFill>
                  <a:srgbClr val="000000"/>
                </a:solidFill>
              </a:rPr>
              <a:t>tsu</a:t>
            </a:r>
            <a:r>
              <a:rPr lang="ja-JP" altLang="en-US" b="1">
                <a:solidFill>
                  <a:srgbClr val="000000"/>
                </a:solidFill>
              </a:rPr>
              <a:t>、</a:t>
            </a:r>
            <a:r>
              <a:rPr lang="en-US" altLang="ja-JP" b="1" dirty="0" err="1">
                <a:solidFill>
                  <a:srgbClr val="000000"/>
                </a:solidFill>
              </a:rPr>
              <a:t>si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ja-JP" altLang="en-US" b="1">
                <a:solidFill>
                  <a:srgbClr val="000000"/>
                </a:solidFill>
              </a:rPr>
              <a:t>→</a:t>
            </a:r>
            <a:r>
              <a:rPr lang="en-US" altLang="ja-JP" b="1" dirty="0">
                <a:solidFill>
                  <a:srgbClr val="000000"/>
                </a:solidFill>
              </a:rPr>
              <a:t> </a:t>
            </a:r>
            <a:r>
              <a:rPr lang="en-US" altLang="ja-JP" b="1" dirty="0" err="1">
                <a:solidFill>
                  <a:srgbClr val="000000"/>
                </a:solidFill>
              </a:rPr>
              <a:t>shi</a:t>
            </a:r>
            <a:endParaRPr lang="ja-JP" altLang="en-US" b="1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457200" indent="-457200">
              <a:buFont typeface="+mj-ea"/>
              <a:buAutoNum type="circleNumDbPlain" startAt="2"/>
            </a:pPr>
            <a:r>
              <a:rPr kumimoji="1" lang="ja-JP" altLang="en-US" b="1"/>
              <a:t>日本語の発音に基づく入力</a:t>
            </a:r>
            <a:endParaRPr kumimoji="1" lang="en-US" altLang="ja-JP" b="1" dirty="0"/>
          </a:p>
          <a:p>
            <a:pPr marL="0" indent="0" algn="ctr">
              <a:buNone/>
            </a:pPr>
            <a:r>
              <a:rPr lang="en" altLang="ja-JP" b="1" dirty="0" err="1">
                <a:solidFill>
                  <a:srgbClr val="C00000"/>
                </a:solidFill>
                <a:effectLst/>
              </a:rPr>
              <a:t>oh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sho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. co . 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jp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→ </a:t>
            </a:r>
            <a:r>
              <a:rPr lang="en" altLang="ja-JP" b="1" dirty="0" err="1">
                <a:solidFill>
                  <a:srgbClr val="C00000"/>
                </a:solidFill>
                <a:effectLst/>
              </a:rPr>
              <a:t>o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sho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. co . 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jp</a:t>
            </a:r>
            <a:r>
              <a:rPr lang="ja-JP" altLang="en-US" b="1">
                <a:solidFill>
                  <a:srgbClr val="000000"/>
                </a:solidFill>
              </a:rPr>
              <a:t>（オーショー）</a:t>
            </a:r>
            <a:endParaRPr lang="en" altLang="ja-JP" b="1" dirty="0">
              <a:solidFill>
                <a:srgbClr val="000000"/>
              </a:solidFill>
              <a:effectLst/>
            </a:endParaRPr>
          </a:p>
          <a:p>
            <a:pPr marL="0" indent="0" algn="ctr">
              <a:buNone/>
            </a:pPr>
            <a:r>
              <a:rPr lang="en" altLang="ja-JP" b="1" dirty="0" err="1">
                <a:solidFill>
                  <a:srgbClr val="000000"/>
                </a:solidFill>
                <a:effectLst/>
              </a:rPr>
              <a:t>moneyfor</a:t>
            </a:r>
            <a:r>
              <a:rPr lang="en" altLang="ja-JP" b="1" dirty="0" err="1">
                <a:solidFill>
                  <a:srgbClr val="C00000"/>
                </a:solidFill>
                <a:effectLst/>
              </a:rPr>
              <a:t>ward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. com → 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moneyfor</a:t>
            </a:r>
            <a:r>
              <a:rPr lang="en" altLang="ja-JP" b="1" dirty="0" err="1">
                <a:solidFill>
                  <a:srgbClr val="C00000"/>
                </a:solidFill>
                <a:effectLst/>
              </a:rPr>
              <a:t>wad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. com</a:t>
            </a:r>
            <a:r>
              <a:rPr lang="ja-JP" altLang="en-US" b="1">
                <a:solidFill>
                  <a:srgbClr val="000000"/>
                </a:solidFill>
                <a:effectLst/>
              </a:rPr>
              <a:t>（フォワード）</a:t>
            </a:r>
            <a:endParaRPr lang="en" altLang="ja-JP" b="1" dirty="0">
              <a:solidFill>
                <a:srgbClr val="000000"/>
              </a:solidFill>
              <a:effectLst/>
            </a:endParaRPr>
          </a:p>
          <a:p>
            <a:pPr marL="0" indent="0" algn="ctr">
              <a:buNone/>
            </a:pPr>
            <a:r>
              <a:rPr lang="en" altLang="ja-JP" b="1" dirty="0" err="1">
                <a:solidFill>
                  <a:srgbClr val="C00000"/>
                </a:solidFill>
                <a:effectLst/>
              </a:rPr>
              <a:t>phar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marise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. com → </a:t>
            </a:r>
            <a:r>
              <a:rPr lang="en" altLang="ja-JP" b="1" dirty="0" err="1">
                <a:solidFill>
                  <a:srgbClr val="C00000"/>
                </a:solidFill>
                <a:effectLst/>
              </a:rPr>
              <a:t>pha</a:t>
            </a:r>
            <a:r>
              <a:rPr lang="en" altLang="ja-JP" b="1" dirty="0" err="1">
                <a:solidFill>
                  <a:srgbClr val="000000"/>
                </a:solidFill>
                <a:effectLst/>
              </a:rPr>
              <a:t>marise</a:t>
            </a:r>
            <a:r>
              <a:rPr lang="en" altLang="ja-JP" b="1" dirty="0">
                <a:solidFill>
                  <a:srgbClr val="000000"/>
                </a:solidFill>
                <a:effectLst/>
              </a:rPr>
              <a:t> . com</a:t>
            </a:r>
            <a:r>
              <a:rPr lang="ja-JP" altLang="en-US" b="1">
                <a:solidFill>
                  <a:srgbClr val="000000"/>
                </a:solidFill>
                <a:effectLst/>
              </a:rPr>
              <a:t>（ファーマライズ）</a:t>
            </a:r>
            <a:endParaRPr lang="en-US" altLang="ja-JP" b="1" dirty="0">
              <a:solidFill>
                <a:srgbClr val="000000"/>
              </a:solidFill>
              <a:effectLst/>
            </a:endParaRPr>
          </a:p>
          <a:p>
            <a:pPr marL="0" indent="0" algn="ctr">
              <a:buNone/>
            </a:pPr>
            <a:endParaRPr lang="en-US" altLang="ja-JP" sz="16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kumimoji="1" lang="ja-JP" altLang="en-US" b="1">
                <a:solidFill>
                  <a:srgbClr val="C00000"/>
                </a:solidFill>
              </a:rPr>
              <a:t>国や地域、言語圏</a:t>
            </a:r>
            <a:r>
              <a:rPr kumimoji="1" lang="ja-JP" altLang="en-US"/>
              <a:t>によって偏りがある可能性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B47D4E-2C61-C192-D3BF-AF07B79A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19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DCAAACF-7318-A6DF-1030-914BB208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分析結果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C88E994-C465-7C26-700C-66F7966DE7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961092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EF51-A290-31DC-82E2-EA65F1D1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5270A40-0C37-D8F8-978C-B88E0023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127952"/>
          </a:xfrm>
        </p:spPr>
        <p:txBody>
          <a:bodyPr>
            <a:norm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kumimoji="1" lang="en" altLang="ja-JP" b="1" dirty="0"/>
              <a:t>TLD </a:t>
            </a:r>
            <a:r>
              <a:rPr kumimoji="1" lang="ja-JP" altLang="en-US" b="1"/>
              <a:t>および</a:t>
            </a:r>
            <a:r>
              <a:rPr kumimoji="1" lang="en-US" altLang="ja-JP" b="1" dirty="0"/>
              <a:t>2</a:t>
            </a:r>
            <a:r>
              <a:rPr kumimoji="1" lang="en" altLang="ja-JP" b="1" dirty="0"/>
              <a:t>LD </a:t>
            </a:r>
            <a:r>
              <a:rPr kumimoji="1" lang="ja-JP" altLang="en-US" b="1"/>
              <a:t>のタイプミス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/>
              <a:t>置換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en-US" altLang="ja-JP" b="1" dirty="0"/>
              <a:t> . co . </a:t>
            </a:r>
            <a:r>
              <a:rPr kumimoji="1" lang="en-US" altLang="ja-JP" b="1" dirty="0" err="1"/>
              <a:t>jp</a:t>
            </a:r>
            <a:r>
              <a:rPr kumimoji="1" lang="en-US" altLang="ja-JP" b="1" dirty="0"/>
              <a:t> </a:t>
            </a:r>
            <a:r>
              <a:rPr kumimoji="1" lang="ja-JP" altLang="en-US" b="1"/>
              <a:t>→</a:t>
            </a:r>
            <a:r>
              <a:rPr kumimoji="1" lang="en-US" altLang="ja-JP" b="1" dirty="0"/>
              <a:t>  . </a:t>
            </a:r>
            <a:r>
              <a:rPr kumimoji="1" lang="en-US" altLang="ja-JP" b="1" dirty="0" err="1"/>
              <a:t>jp</a:t>
            </a:r>
            <a:r>
              <a:rPr lang="ja-JP" altLang="en-US" b="1"/>
              <a:t>、</a:t>
            </a:r>
            <a:r>
              <a:rPr lang="en-US" altLang="ja-JP" b="1" dirty="0"/>
              <a:t> . com </a:t>
            </a:r>
            <a:r>
              <a:rPr lang="ja-JP" altLang="en-US" b="1"/>
              <a:t>→</a:t>
            </a:r>
            <a:r>
              <a:rPr lang="en-US" altLang="ja-JP" b="1" dirty="0"/>
              <a:t>   . co . </a:t>
            </a:r>
            <a:r>
              <a:rPr lang="en-US" altLang="ja-JP" b="1" dirty="0" err="1"/>
              <a:t>jp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/>
              <a:t>削除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en-US" altLang="ja-JP" b="1" dirty="0"/>
              <a:t> . com </a:t>
            </a:r>
            <a:r>
              <a:rPr lang="ja-JP" altLang="en-US" b="1"/>
              <a:t>→</a:t>
            </a:r>
            <a:r>
              <a:rPr lang="en-US" altLang="ja-JP" b="1" dirty="0"/>
              <a:t>  . co</a:t>
            </a:r>
            <a:r>
              <a:rPr lang="ja-JP" altLang="en-US" b="1"/>
              <a:t>：コロンビア</a:t>
            </a:r>
            <a:endParaRPr lang="en-US" altLang="ja-JP" b="1" dirty="0"/>
          </a:p>
          <a:p>
            <a:pPr marL="0" indent="0" algn="ctr">
              <a:buNone/>
            </a:pPr>
            <a:r>
              <a:rPr lang="en-US" altLang="ja-JP" b="1" dirty="0"/>
              <a:t> . com </a:t>
            </a:r>
            <a:r>
              <a:rPr lang="ja-JP" altLang="en-US" b="1"/>
              <a:t>→</a:t>
            </a:r>
            <a:r>
              <a:rPr lang="en-US" altLang="ja-JP" b="1" dirty="0"/>
              <a:t>  . om</a:t>
            </a:r>
            <a:r>
              <a:rPr lang="ja-JP" altLang="en-US" b="1"/>
              <a:t>：オマーン</a:t>
            </a:r>
            <a:endParaRPr kumimoji="1" lang="ja-JP" altLang="en-US"/>
          </a:p>
          <a:p>
            <a:pPr marL="457200" indent="-457200">
              <a:buFont typeface="+mj-ea"/>
              <a:buAutoNum type="circleNumDbPlain" startAt="4"/>
            </a:pPr>
            <a:r>
              <a:rPr kumimoji="1" lang="en-US" altLang="ja-JP" b="1" dirty="0"/>
              <a:t>3</a:t>
            </a:r>
            <a:r>
              <a:rPr kumimoji="1" lang="en" altLang="ja-JP" b="1" dirty="0"/>
              <a:t>LD </a:t>
            </a:r>
            <a:r>
              <a:rPr kumimoji="1" lang="ja-JP" altLang="en-US" b="1"/>
              <a:t>と</a:t>
            </a:r>
            <a:r>
              <a:rPr kumimoji="1" lang="en-US" altLang="ja-JP" b="1" dirty="0"/>
              <a:t>2</a:t>
            </a:r>
            <a:r>
              <a:rPr kumimoji="1" lang="en" altLang="ja-JP" b="1" dirty="0"/>
              <a:t>LD </a:t>
            </a:r>
            <a:r>
              <a:rPr kumimoji="1" lang="ja-JP" altLang="en-US" b="1"/>
              <a:t>の間のドット（</a:t>
            </a:r>
            <a:r>
              <a:rPr kumimoji="1" lang="en-US" altLang="ja-JP" b="1" dirty="0"/>
              <a:t> .  </a:t>
            </a:r>
            <a:r>
              <a:rPr kumimoji="1" lang="ja-JP" altLang="en-US" b="1"/>
              <a:t>）の削除</a:t>
            </a:r>
            <a:endParaRPr kumimoji="1" lang="en-US" altLang="ja-JP" b="1" dirty="0"/>
          </a:p>
          <a:p>
            <a:pPr marL="0" indent="0" algn="ctr">
              <a:buNone/>
            </a:pPr>
            <a:r>
              <a:rPr lang="en-US" altLang="ja-JP" b="1" dirty="0"/>
              <a:t>bit . or . </a:t>
            </a:r>
            <a:r>
              <a:rPr lang="en-US" altLang="ja-JP" b="1" dirty="0" err="1"/>
              <a:t>jp</a:t>
            </a:r>
            <a:r>
              <a:rPr lang="en-US" altLang="ja-JP" b="1" dirty="0"/>
              <a:t> </a:t>
            </a:r>
            <a:r>
              <a:rPr lang="ja-JP" altLang="en-US" b="1"/>
              <a:t>→</a:t>
            </a:r>
            <a:r>
              <a:rPr lang="en-US" altLang="ja-JP" b="1" dirty="0"/>
              <a:t> </a:t>
            </a:r>
            <a:r>
              <a:rPr lang="en-US" altLang="ja-JP" b="1" dirty="0" err="1"/>
              <a:t>bitor</a:t>
            </a:r>
            <a:r>
              <a:rPr lang="en-US" altLang="ja-JP" b="1" dirty="0"/>
              <a:t> . </a:t>
            </a:r>
            <a:r>
              <a:rPr lang="en-US" altLang="ja-JP" b="1" dirty="0" err="1"/>
              <a:t>jp</a:t>
            </a:r>
            <a:endParaRPr lang="en-US" altLang="ja-JP" b="1" dirty="0"/>
          </a:p>
          <a:p>
            <a:pPr marL="0" indent="0" algn="ctr">
              <a:buNone/>
            </a:pPr>
            <a:r>
              <a:rPr lang="en-US" altLang="ja-JP" b="1" dirty="0"/>
              <a:t>c</a:t>
            </a:r>
            <a:r>
              <a:rPr kumimoji="1" lang="en-US" altLang="ja-JP" b="1" dirty="0"/>
              <a:t>hino . co . </a:t>
            </a:r>
            <a:r>
              <a:rPr kumimoji="1" lang="en-US" altLang="ja-JP" b="1" dirty="0" err="1"/>
              <a:t>jp</a:t>
            </a:r>
            <a:r>
              <a:rPr kumimoji="1" lang="en-US" altLang="ja-JP" b="1" dirty="0"/>
              <a:t> </a:t>
            </a:r>
            <a:r>
              <a:rPr kumimoji="1" lang="ja-JP" altLang="en-US" b="1"/>
              <a:t>→</a:t>
            </a:r>
            <a:r>
              <a:rPr kumimoji="1" lang="en-US" altLang="ja-JP" b="1" dirty="0"/>
              <a:t> </a:t>
            </a:r>
            <a:r>
              <a:rPr kumimoji="1" lang="en-US" altLang="ja-JP" b="1" dirty="0" err="1"/>
              <a:t>chinoco</a:t>
            </a:r>
            <a:r>
              <a:rPr kumimoji="1" lang="en-US" altLang="ja-JP" b="1" dirty="0"/>
              <a:t> . </a:t>
            </a:r>
            <a:r>
              <a:rPr kumimoji="1" lang="en-US" altLang="ja-JP" b="1" dirty="0" err="1"/>
              <a:t>jp</a:t>
            </a:r>
            <a:endParaRPr kumimoji="1" lang="ja-JP" altLang="en-US" b="1"/>
          </a:p>
          <a:p>
            <a:pPr marL="0" indent="0" algn="ctr">
              <a:buNone/>
            </a:pPr>
            <a:endParaRPr kumimoji="1" lang="en-US" altLang="ja-JP" sz="1600" dirty="0"/>
          </a:p>
          <a:p>
            <a:pPr marL="0" indent="0" algn="ctr">
              <a:buNone/>
            </a:pPr>
            <a:r>
              <a:rPr kumimoji="1" lang="ja-JP" altLang="en-US" b="1">
                <a:solidFill>
                  <a:srgbClr val="C00000"/>
                </a:solidFill>
              </a:rPr>
              <a:t>関連研究では得られなかった</a:t>
            </a:r>
            <a:r>
              <a:rPr kumimoji="1" lang="ja-JP" altLang="en-US"/>
              <a:t>タイプミスを発見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FE5CB23-D0D6-4FBD-547D-AF8D5EC3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20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2C3C1FF-46A0-2C82-07C2-9FF7E513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分析結果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17B5313-B643-E3B0-F361-2FB86B7616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3824677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9517-390B-8356-DE06-4BB2D898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42DE1CC-B9CE-9D3C-6C0B-984C705C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b="1"/>
              <a:t>調査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　人を対象に調査を行い、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タイプミスを含むドメインの</a:t>
            </a:r>
            <a:r>
              <a:rPr kumimoji="1" lang="ja-JP" altLang="en-US" b="1"/>
              <a:t>入力データを収集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b="1" dirty="0"/>
          </a:p>
          <a:p>
            <a:pPr marL="457200" indent="-457200">
              <a:buFont typeface="+mj-lt"/>
              <a:buAutoNum type="arabicPeriod" startAt="2"/>
            </a:pPr>
            <a:r>
              <a:rPr lang="ja-JP" altLang="en-US" b="1"/>
              <a:t>分析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　入力データからタイプミスを抽出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　タイプミスの傾向や網羅性</a:t>
            </a:r>
            <a:r>
              <a:rPr lang="ja-JP" altLang="en-US"/>
              <a:t>を分析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457200" indent="-457200">
              <a:buFont typeface="+mj-lt"/>
              <a:buAutoNum type="arabicPeriod" startAt="3"/>
            </a:pPr>
            <a:r>
              <a:rPr kumimoji="1" lang="ja-JP" altLang="en-US" b="1">
                <a:solidFill>
                  <a:srgbClr val="C00000"/>
                </a:solidFill>
              </a:rPr>
              <a:t>提案</a:t>
            </a:r>
            <a:endParaRPr kumimoji="1" lang="en-US" altLang="ja-JP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/>
              <a:t>　調査・分析の結果をもとに、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　タイポスクワッティング</a:t>
            </a:r>
            <a:r>
              <a:rPr kumimoji="1" lang="ja-JP" altLang="en-US" b="1"/>
              <a:t>生成モデルの構築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586BE45-A347-CAA3-AC18-8BA51052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21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AC4D78B-6B4E-CFF7-8B19-1A901F9B3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本研究の流れ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81BEA81-E465-33FB-B282-B6E4232434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384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51C74D4-941D-FB56-9E20-19758D88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収集できるデータが少ないことから</a:t>
            </a:r>
            <a:r>
              <a:rPr lang="ja-JP" altLang="en-US" b="1"/>
              <a:t>ルールベースの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/>
              <a:t>タイポスクワッティングドメイン生成モデル</a:t>
            </a:r>
            <a:r>
              <a:rPr lang="ja-JP" altLang="en-US"/>
              <a:t>を構築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5D6DF11-0924-E333-B846-9A02B3DF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22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BD1876-8DC8-3271-F2F7-1832F264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提案手法：生成モデルの構築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E283C68-3683-1948-CB1B-A6FFD3FE73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提案</a:t>
            </a:r>
          </a:p>
        </p:txBody>
      </p:sp>
      <p:sp>
        <p:nvSpPr>
          <p:cNvPr id="6" name="Rectangle 35">
            <a:extLst>
              <a:ext uri="{FF2B5EF4-FFF2-40B4-BE49-F238E27FC236}">
                <a16:creationId xmlns:a16="http://schemas.microsoft.com/office/drawing/2014/main" id="{6C2447C2-2AFA-8910-79AD-804377E7BC71}"/>
              </a:ext>
            </a:extLst>
          </p:cNvPr>
          <p:cNvSpPr/>
          <p:nvPr/>
        </p:nvSpPr>
        <p:spPr>
          <a:xfrm>
            <a:off x="4052711" y="4216027"/>
            <a:ext cx="4651873" cy="1537199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F1C32F55-2FDE-9013-E30B-A2C1114B9834}"/>
              </a:ext>
            </a:extLst>
          </p:cNvPr>
          <p:cNvSpPr/>
          <p:nvPr/>
        </p:nvSpPr>
        <p:spPr>
          <a:xfrm>
            <a:off x="628650" y="2367583"/>
            <a:ext cx="6832737" cy="1487440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8" name="Graphic 4" descr="Database outline">
            <a:extLst>
              <a:ext uri="{FF2B5EF4-FFF2-40B4-BE49-F238E27FC236}">
                <a16:creationId xmlns:a16="http://schemas.microsoft.com/office/drawing/2014/main" id="{C98E8F8F-5898-CD23-408F-43E9EFBFB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521" y="2844427"/>
            <a:ext cx="914400" cy="9144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F7EB42AC-C53C-B2B8-0F4E-7A1721EA8A65}"/>
              </a:ext>
            </a:extLst>
          </p:cNvPr>
          <p:cNvSpPr txBox="1"/>
          <p:nvPr/>
        </p:nvSpPr>
        <p:spPr>
          <a:xfrm>
            <a:off x="840725" y="2547240"/>
            <a:ext cx="1133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収集テーブル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pic>
        <p:nvPicPr>
          <p:cNvPr id="10" name="Graphic 8" descr="Web design outline">
            <a:extLst>
              <a:ext uri="{FF2B5EF4-FFF2-40B4-BE49-F238E27FC236}">
                <a16:creationId xmlns:a16="http://schemas.microsoft.com/office/drawing/2014/main" id="{FF7F66EE-6D42-FD2D-7C76-09E2573894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1321" y="4706611"/>
            <a:ext cx="914400" cy="914400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4B3F13DA-A84E-89FF-4A11-345D1F5EC8B6}"/>
              </a:ext>
            </a:extLst>
          </p:cNvPr>
          <p:cNvSpPr txBox="1"/>
          <p:nvPr/>
        </p:nvSpPr>
        <p:spPr>
          <a:xfrm>
            <a:off x="1318161" y="5002159"/>
            <a:ext cx="1962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example . com</a:t>
            </a:r>
            <a:endParaRPr lang="en-JP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CB8C0B9-5B5C-02D0-6D3B-17E04E9D695D}"/>
              </a:ext>
            </a:extLst>
          </p:cNvPr>
          <p:cNvSpPr txBox="1"/>
          <p:nvPr/>
        </p:nvSpPr>
        <p:spPr>
          <a:xfrm>
            <a:off x="4476605" y="4308361"/>
            <a:ext cx="1023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ルール登録</a:t>
            </a:r>
          </a:p>
        </p:txBody>
      </p:sp>
      <p:cxnSp>
        <p:nvCxnSpPr>
          <p:cNvPr id="13" name="Straight Arrow Connector 14">
            <a:extLst>
              <a:ext uri="{FF2B5EF4-FFF2-40B4-BE49-F238E27FC236}">
                <a16:creationId xmlns:a16="http://schemas.microsoft.com/office/drawing/2014/main" id="{92065E91-0631-D1B3-6520-E3217D65FE5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426458" y="5163810"/>
            <a:ext cx="131486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Graphic 21" descr="Web design outline">
            <a:extLst>
              <a:ext uri="{FF2B5EF4-FFF2-40B4-BE49-F238E27FC236}">
                <a16:creationId xmlns:a16="http://schemas.microsoft.com/office/drawing/2014/main" id="{33A70A83-4E5D-68EB-BEE1-D17B9828DE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1744" y="2844427"/>
            <a:ext cx="914400" cy="914400"/>
          </a:xfrm>
          <a:prstGeom prst="rect">
            <a:avLst/>
          </a:prstGeom>
        </p:spPr>
      </p:pic>
      <p:cxnSp>
        <p:nvCxnSpPr>
          <p:cNvPr id="15" name="Straight Arrow Connector 23">
            <a:extLst>
              <a:ext uri="{FF2B5EF4-FFF2-40B4-BE49-F238E27FC236}">
                <a16:creationId xmlns:a16="http://schemas.microsoft.com/office/drawing/2014/main" id="{6173E1F2-56C2-E9DD-7865-AC56917EC64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846921" y="3301627"/>
            <a:ext cx="4548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5">
            <a:extLst>
              <a:ext uri="{FF2B5EF4-FFF2-40B4-BE49-F238E27FC236}">
                <a16:creationId xmlns:a16="http://schemas.microsoft.com/office/drawing/2014/main" id="{A7D8ED93-8C95-9096-721E-01DE1441A413}"/>
              </a:ext>
            </a:extLst>
          </p:cNvPr>
          <p:cNvCxnSpPr>
            <a:cxnSpLocks/>
          </p:cNvCxnSpPr>
          <p:nvPr/>
        </p:nvCxnSpPr>
        <p:spPr>
          <a:xfrm flipH="1">
            <a:off x="5198521" y="3768231"/>
            <a:ext cx="1535954" cy="9720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2" descr="Database outline">
            <a:extLst>
              <a:ext uri="{FF2B5EF4-FFF2-40B4-BE49-F238E27FC236}">
                <a16:creationId xmlns:a16="http://schemas.microsoft.com/office/drawing/2014/main" id="{E483042D-3B7E-221A-6CDB-1C2D0A002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725" y="2844427"/>
            <a:ext cx="914400" cy="914400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AB403C85-B7CC-EBE4-FFDF-D52363830531}"/>
              </a:ext>
            </a:extLst>
          </p:cNvPr>
          <p:cNvSpPr txBox="1"/>
          <p:nvPr/>
        </p:nvSpPr>
        <p:spPr>
          <a:xfrm>
            <a:off x="6133201" y="2550362"/>
            <a:ext cx="132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差分テーブル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cxnSp>
        <p:nvCxnSpPr>
          <p:cNvPr id="19" name="Straight Arrow Connector 5">
            <a:extLst>
              <a:ext uri="{FF2B5EF4-FFF2-40B4-BE49-F238E27FC236}">
                <a16:creationId xmlns:a16="http://schemas.microsoft.com/office/drawing/2014/main" id="{47383571-C00A-EE9D-82EA-07025DA2CDD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216144" y="3301627"/>
            <a:ext cx="4068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8">
            <a:extLst>
              <a:ext uri="{FF2B5EF4-FFF2-40B4-BE49-F238E27FC236}">
                <a16:creationId xmlns:a16="http://schemas.microsoft.com/office/drawing/2014/main" id="{5175C8FA-25F4-1534-7030-F90DF57A4DAF}"/>
              </a:ext>
            </a:extLst>
          </p:cNvPr>
          <p:cNvSpPr txBox="1"/>
          <p:nvPr/>
        </p:nvSpPr>
        <p:spPr>
          <a:xfrm>
            <a:off x="4009265" y="5802274"/>
            <a:ext cx="3938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タイポスクワッティングドメインの生成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cxnSp>
        <p:nvCxnSpPr>
          <p:cNvPr id="21" name="Straight Arrow Connector 22">
            <a:extLst>
              <a:ext uri="{FF2B5EF4-FFF2-40B4-BE49-F238E27FC236}">
                <a16:creationId xmlns:a16="http://schemas.microsoft.com/office/drawing/2014/main" id="{DD7D17CA-CE14-3554-EA73-8B825227025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655721" y="5163811"/>
            <a:ext cx="15535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8">
            <a:extLst>
              <a:ext uri="{FF2B5EF4-FFF2-40B4-BE49-F238E27FC236}">
                <a16:creationId xmlns:a16="http://schemas.microsoft.com/office/drawing/2014/main" id="{AD101A59-F402-CA93-0538-59C96EA7BC70}"/>
              </a:ext>
            </a:extLst>
          </p:cNvPr>
          <p:cNvSpPr txBox="1"/>
          <p:nvPr/>
        </p:nvSpPr>
        <p:spPr>
          <a:xfrm>
            <a:off x="6535855" y="4278584"/>
            <a:ext cx="2255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タイポスクワッティング</a:t>
            </a:r>
          </a:p>
          <a:p>
            <a:pPr algn="ctr"/>
            <a:r>
              <a:rPr lang="en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ドメイン一覧</a:t>
            </a:r>
          </a:p>
        </p:txBody>
      </p:sp>
      <p:pic>
        <p:nvPicPr>
          <p:cNvPr id="23" name="Graphic 30" descr="List outline">
            <a:extLst>
              <a:ext uri="{FF2B5EF4-FFF2-40B4-BE49-F238E27FC236}">
                <a16:creationId xmlns:a16="http://schemas.microsoft.com/office/drawing/2014/main" id="{C1AAA2BE-A85F-3EB8-BAB7-5807B4A6ED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9282" y="4712920"/>
            <a:ext cx="914400" cy="914400"/>
          </a:xfrm>
          <a:prstGeom prst="rect">
            <a:avLst/>
          </a:prstGeom>
        </p:spPr>
      </p:pic>
      <p:sp>
        <p:nvSpPr>
          <p:cNvPr id="24" name="TextBox 37">
            <a:extLst>
              <a:ext uri="{FF2B5EF4-FFF2-40B4-BE49-F238E27FC236}">
                <a16:creationId xmlns:a16="http://schemas.microsoft.com/office/drawing/2014/main" id="{3F7CBBE0-4A40-2D0F-AA52-23A2A59BED91}"/>
              </a:ext>
            </a:extLst>
          </p:cNvPr>
          <p:cNvSpPr txBox="1"/>
          <p:nvPr/>
        </p:nvSpPr>
        <p:spPr>
          <a:xfrm>
            <a:off x="7663384" y="2874666"/>
            <a:ext cx="1303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>
                <a:latin typeface="Noto Sans JP" panose="020B0200000000000000" pitchFamily="34" charset="-128"/>
                <a:ea typeface="Noto Sans JP" panose="020B0200000000000000" pitchFamily="34" charset="-128"/>
              </a:rPr>
              <a:t>ルールセット</a:t>
            </a:r>
            <a:endParaRPr lang="en-US" altLang="ja-JP" sz="14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algn="ctr"/>
            <a:r>
              <a:rPr lang="ja-JP" altLang="en-US" sz="1400" b="1">
                <a:latin typeface="Noto Sans JP" panose="020B0200000000000000" pitchFamily="34" charset="-128"/>
                <a:ea typeface="Noto Sans JP" panose="020B0200000000000000" pitchFamily="34" charset="-128"/>
              </a:rPr>
              <a:t>の生成</a:t>
            </a:r>
            <a:endParaRPr lang="en-JP" sz="14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pic>
        <p:nvPicPr>
          <p:cNvPr id="25" name="Graphic 41" descr="Database outline">
            <a:extLst>
              <a:ext uri="{FF2B5EF4-FFF2-40B4-BE49-F238E27FC236}">
                <a16:creationId xmlns:a16="http://schemas.microsoft.com/office/drawing/2014/main" id="{AD70F705-61D7-F2B9-D7FB-0503B6A2A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5378" y="2844427"/>
            <a:ext cx="914400" cy="914400"/>
          </a:xfrm>
          <a:prstGeom prst="rect">
            <a:avLst/>
          </a:prstGeom>
        </p:spPr>
      </p:pic>
      <p:sp>
        <p:nvSpPr>
          <p:cNvPr id="26" name="TextBox 42">
            <a:extLst>
              <a:ext uri="{FF2B5EF4-FFF2-40B4-BE49-F238E27FC236}">
                <a16:creationId xmlns:a16="http://schemas.microsoft.com/office/drawing/2014/main" id="{72ECAF0B-BEA9-E189-E50C-B2A0698AA249}"/>
              </a:ext>
            </a:extLst>
          </p:cNvPr>
          <p:cNvSpPr txBox="1"/>
          <p:nvPr/>
        </p:nvSpPr>
        <p:spPr>
          <a:xfrm>
            <a:off x="3062149" y="2458030"/>
            <a:ext cx="200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タイポドメイン</a:t>
            </a:r>
            <a:endParaRPr lang="en-US" altLang="ja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テーブル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pic>
        <p:nvPicPr>
          <p:cNvPr id="27" name="Graphic 44" descr="Web design outline">
            <a:extLst>
              <a:ext uri="{FF2B5EF4-FFF2-40B4-BE49-F238E27FC236}">
                <a16:creationId xmlns:a16="http://schemas.microsoft.com/office/drawing/2014/main" id="{EA8CB9DE-BFA5-1D2D-1043-D3F83BE3B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4091" y="2847602"/>
            <a:ext cx="914400" cy="914400"/>
          </a:xfrm>
          <a:prstGeom prst="rect">
            <a:avLst/>
          </a:prstGeom>
        </p:spPr>
      </p:pic>
      <p:cxnSp>
        <p:nvCxnSpPr>
          <p:cNvPr id="28" name="Straight Arrow Connector 45">
            <a:extLst>
              <a:ext uri="{FF2B5EF4-FFF2-40B4-BE49-F238E27FC236}">
                <a16:creationId xmlns:a16="http://schemas.microsoft.com/office/drawing/2014/main" id="{F4B9B897-04C3-7C4B-8D7C-127B72ACC99F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519268" y="3304802"/>
            <a:ext cx="4548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46">
            <a:extLst>
              <a:ext uri="{FF2B5EF4-FFF2-40B4-BE49-F238E27FC236}">
                <a16:creationId xmlns:a16="http://schemas.microsoft.com/office/drawing/2014/main" id="{77FD3900-9230-4BD9-3333-1B34E038D31B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888491" y="3304802"/>
            <a:ext cx="4068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グラフィックス 34" descr="ユーザー 単色塗りつぶし">
            <a:extLst>
              <a:ext uri="{FF2B5EF4-FFF2-40B4-BE49-F238E27FC236}">
                <a16:creationId xmlns:a16="http://schemas.microsoft.com/office/drawing/2014/main" id="{6D729341-E2F5-DCF0-0716-EC969F6AE2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979" y="4729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6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EDE247D-12C5-0D17-CA4A-148F7E2C6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8515350" cy="4991097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関連</a:t>
            </a:r>
            <a:r>
              <a:rPr kumimoji="1" lang="ja-JP" altLang="en-US"/>
              <a:t>研究</a:t>
            </a:r>
            <a:r>
              <a:rPr kumimoji="1" lang="en-US" altLang="ja-JP" dirty="0"/>
              <a:t> </a:t>
            </a:r>
            <a:r>
              <a:rPr kumimoji="1" lang="en-US" altLang="ja-JP" sz="1800" dirty="0"/>
              <a:t>[1]</a:t>
            </a:r>
            <a:r>
              <a:rPr kumimoji="1" lang="ja-JP" altLang="en-US"/>
              <a:t>では発生個数を用いて生成モデルを構築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b="1"/>
              <a:t>頻出文字列の</a:t>
            </a:r>
            <a:r>
              <a:rPr lang="ja-JP" altLang="en-US" b="1"/>
              <a:t>タイプミス</a:t>
            </a:r>
            <a:r>
              <a:rPr lang="ja-JP" altLang="en-US"/>
              <a:t>に偏る可能性あり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入力された全ての文字列から</a:t>
            </a:r>
            <a:r>
              <a:rPr lang="ja-JP" altLang="en-US" b="1">
                <a:solidFill>
                  <a:srgbClr val="C00000"/>
                </a:solidFill>
              </a:rPr>
              <a:t>各タイプミスの発生確率</a:t>
            </a:r>
            <a:r>
              <a:rPr lang="ja-JP" altLang="en-US"/>
              <a:t>を使用</a:t>
            </a: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9450FC-69D4-BEB9-EABE-433E48CC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23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633CD16-E1C9-122A-AE46-8F07C660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発生確率によるランク付け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68FDBC6-8E07-E537-7C20-381A68376D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提案</a:t>
            </a:r>
          </a:p>
        </p:txBody>
      </p:sp>
      <p:graphicFrame>
        <p:nvGraphicFramePr>
          <p:cNvPr id="6" name="Table 13">
            <a:extLst>
              <a:ext uri="{FF2B5EF4-FFF2-40B4-BE49-F238E27FC236}">
                <a16:creationId xmlns:a16="http://schemas.microsoft.com/office/drawing/2014/main" id="{4E214BE6-C4DC-0925-7AF6-D756E5C10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821218"/>
              </p:ext>
            </p:extLst>
          </p:nvPr>
        </p:nvGraphicFramePr>
        <p:xfrm>
          <a:off x="304800" y="3372013"/>
          <a:ext cx="4648200" cy="253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289">
                  <a:extLst>
                    <a:ext uri="{9D8B030D-6E8A-4147-A177-3AD203B41FA5}">
                      <a16:colId xmlns:a16="http://schemas.microsoft.com/office/drawing/2014/main" val="1565536192"/>
                    </a:ext>
                  </a:extLst>
                </a:gridCol>
                <a:gridCol w="831991">
                  <a:extLst>
                    <a:ext uri="{9D8B030D-6E8A-4147-A177-3AD203B41FA5}">
                      <a16:colId xmlns:a16="http://schemas.microsoft.com/office/drawing/2014/main" val="2761618406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3333400315"/>
                    </a:ext>
                  </a:extLst>
                </a:gridCol>
                <a:gridCol w="709554">
                  <a:extLst>
                    <a:ext uri="{9D8B030D-6E8A-4147-A177-3AD203B41FA5}">
                      <a16:colId xmlns:a16="http://schemas.microsoft.com/office/drawing/2014/main" val="2963057854"/>
                    </a:ext>
                  </a:extLst>
                </a:gridCol>
                <a:gridCol w="1149726">
                  <a:extLst>
                    <a:ext uri="{9D8B030D-6E8A-4147-A177-3AD203B41FA5}">
                      <a16:colId xmlns:a16="http://schemas.microsoft.com/office/drawing/2014/main" val="1257176113"/>
                    </a:ext>
                  </a:extLst>
                </a:gridCol>
              </a:tblGrid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正しい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文字列</a:t>
                      </a:r>
                      <a:endParaRPr lang="en-JP" sz="120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タイポ</a:t>
                      </a:r>
                    </a:p>
                    <a:p>
                      <a:pPr algn="ctr"/>
                      <a:r>
                        <a:rPr lang="en-JP" sz="1200" b="1" dirty="0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文字列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b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操作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b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個数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b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発生確率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9150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le . </a:t>
                      </a:r>
                      <a:endParaRPr lang="en-JP" sz="1600" b="1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 . </a:t>
                      </a:r>
                      <a:endParaRPr lang="en-JP" sz="1600" b="1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削除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20.11%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23014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ne . </a:t>
                      </a:r>
                      <a:r>
                        <a:rPr lang="en-US" sz="16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 </a:t>
                      </a:r>
                      <a:r>
                        <a:rPr lang="en-US" sz="16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6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削除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5.64%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35846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 . </a:t>
                      </a:r>
                      <a:endParaRPr lang="en-JP" sz="1600" b="1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ee 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挿入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600" b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3.45%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7971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6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930156"/>
                  </a:ext>
                </a:extLst>
              </a:tr>
            </a:tbl>
          </a:graphicData>
        </a:graphic>
      </p:graphicFrame>
      <p:sp>
        <p:nvSpPr>
          <p:cNvPr id="7" name="TextBox 21">
            <a:extLst>
              <a:ext uri="{FF2B5EF4-FFF2-40B4-BE49-F238E27FC236}">
                <a16:creationId xmlns:a16="http://schemas.microsoft.com/office/drawing/2014/main" id="{75615692-C937-3756-4CCF-54EFA9EFCF96}"/>
              </a:ext>
            </a:extLst>
          </p:cNvPr>
          <p:cNvSpPr txBox="1"/>
          <p:nvPr/>
        </p:nvSpPr>
        <p:spPr>
          <a:xfrm>
            <a:off x="1244418" y="2991536"/>
            <a:ext cx="2962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>
                <a:latin typeface="Noto Sans JP" panose="020B0200000000000000" pitchFamily="34" charset="-128"/>
                <a:ea typeface="Noto Sans JP" panose="020B0200000000000000" pitchFamily="34" charset="-128"/>
              </a:rPr>
              <a:t>ルールセット</a:t>
            </a:r>
            <a:endParaRPr lang="en-JP" sz="16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8" name="Triangle 26">
            <a:extLst>
              <a:ext uri="{FF2B5EF4-FFF2-40B4-BE49-F238E27FC236}">
                <a16:creationId xmlns:a16="http://schemas.microsoft.com/office/drawing/2014/main" id="{BA9351F6-DCE0-4AA9-E95D-DA80FAF32750}"/>
              </a:ext>
            </a:extLst>
          </p:cNvPr>
          <p:cNvSpPr/>
          <p:nvPr/>
        </p:nvSpPr>
        <p:spPr>
          <a:xfrm rot="5400000">
            <a:off x="5067833" y="4548758"/>
            <a:ext cx="409303" cy="182880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aphicFrame>
        <p:nvGraphicFramePr>
          <p:cNvPr id="9" name="Table 24">
            <a:extLst>
              <a:ext uri="{FF2B5EF4-FFF2-40B4-BE49-F238E27FC236}">
                <a16:creationId xmlns:a16="http://schemas.microsoft.com/office/drawing/2014/main" id="{4295252E-8B7E-5E25-F8B0-59B4D99BD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334289"/>
              </p:ext>
            </p:extLst>
          </p:nvPr>
        </p:nvGraphicFramePr>
        <p:xfrm>
          <a:off x="5753463" y="3407834"/>
          <a:ext cx="2948103" cy="253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8103">
                  <a:extLst>
                    <a:ext uri="{9D8B030D-6E8A-4147-A177-3AD203B41FA5}">
                      <a16:colId xmlns:a16="http://schemas.microsoft.com/office/drawing/2014/main" val="1565536192"/>
                    </a:ext>
                  </a:extLst>
                </a:gridCol>
              </a:tblGrid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タイポスクワッティングドメイン一覧</a:t>
                      </a:r>
                      <a:endParaRPr lang="en-JP" sz="1200" b="1" dirty="0">
                        <a:solidFill>
                          <a:schemeClr val="bg1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9150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l</a:t>
                      </a:r>
                      <a:r>
                        <a:rPr lang="ja-JP" altLang="en-US" sz="1800" b="0" i="0">
                          <a:solidFill>
                            <a:srgbClr val="C00000"/>
                          </a:solidFill>
                          <a:effectLst/>
                          <a:latin typeface="TITUS Cyberbit Basic"/>
                        </a:rPr>
                        <a:t>␣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</a:t>
                      </a:r>
                      <a:r>
                        <a:rPr lang="en-US" sz="18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ne . </a:t>
                      </a:r>
                      <a:r>
                        <a:rPr lang="en-US" sz="18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800" b="1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23014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example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.</a:t>
                      </a:r>
                      <a:r>
                        <a:rPr lang="ja-JP" altLang="en-US" sz="1800" b="0" i="0">
                          <a:solidFill>
                            <a:srgbClr val="C00000"/>
                          </a:solidFill>
                          <a:effectLst/>
                          <a:latin typeface="TITUS Cyberbit Basic"/>
                        </a:rPr>
                        <a:t> ␣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800" b="1">
                        <a:solidFill>
                          <a:srgbClr val="C00000"/>
                        </a:solidFill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35846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exampl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ee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.</a:t>
                      </a:r>
                      <a:r>
                        <a:rPr lang="en-US" sz="18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 ne . </a:t>
                      </a:r>
                      <a:r>
                        <a:rPr lang="en-US" sz="1800" b="1" dirty="0" err="1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jp</a:t>
                      </a:r>
                      <a:endParaRPr lang="en-JP" sz="1800" b="1" dirty="0">
                        <a:latin typeface="Noto Sans JP" panose="020B0200000000000000" pitchFamily="34" charset="-128"/>
                        <a:ea typeface="Noto Sans JP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7971"/>
                  </a:ext>
                </a:extLst>
              </a:tr>
              <a:tr h="507274">
                <a:tc>
                  <a:txBody>
                    <a:bodyPr/>
                    <a:lstStyle/>
                    <a:p>
                      <a:pPr algn="ctr"/>
                      <a:r>
                        <a:rPr lang="en-JP" sz="1200" b="1" dirty="0">
                          <a:latin typeface="Noto Sans JP" panose="020B0200000000000000" pitchFamily="34" charset="-128"/>
                          <a:ea typeface="Noto Sans JP" panose="020B0200000000000000" pitchFamily="34" charset="-128"/>
                        </a:rPr>
                        <a:t>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30963"/>
                  </a:ext>
                </a:extLst>
              </a:tr>
            </a:tbl>
          </a:graphicData>
        </a:graphic>
      </p:graphicFrame>
      <p:sp>
        <p:nvSpPr>
          <p:cNvPr id="10" name="TextBox 30">
            <a:extLst>
              <a:ext uri="{FF2B5EF4-FFF2-40B4-BE49-F238E27FC236}">
                <a16:creationId xmlns:a16="http://schemas.microsoft.com/office/drawing/2014/main" id="{FBD99D83-53E1-E30D-BA78-A4169FB60FEF}"/>
              </a:ext>
            </a:extLst>
          </p:cNvPr>
          <p:cNvSpPr txBox="1"/>
          <p:nvPr/>
        </p:nvSpPr>
        <p:spPr>
          <a:xfrm>
            <a:off x="5939681" y="3012995"/>
            <a:ext cx="2575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example . ne . </a:t>
            </a:r>
            <a:r>
              <a:rPr lang="en-US" sz="1600" b="1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jpを入力</a:t>
            </a:r>
            <a:endParaRPr lang="en-JP" sz="16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2A1C5F1D-4C6C-A40D-10A4-53E255927D03}"/>
              </a:ext>
            </a:extLst>
          </p:cNvPr>
          <p:cNvSpPr/>
          <p:nvPr/>
        </p:nvSpPr>
        <p:spPr>
          <a:xfrm rot="10800000">
            <a:off x="4191000" y="2036885"/>
            <a:ext cx="762000" cy="2921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0D9A152-6DB2-C7F8-BE8B-33AEE1AB6BAA}"/>
              </a:ext>
            </a:extLst>
          </p:cNvPr>
          <p:cNvSpPr txBox="1"/>
          <p:nvPr/>
        </p:nvSpPr>
        <p:spPr>
          <a:xfrm>
            <a:off x="250824" y="6150114"/>
            <a:ext cx="7648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1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] 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Ahmad, I., Parvez, M. A. and Iqbal, A.: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TypoWriter:A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Tool to Prevent 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Typosquatting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, 2019 IEEE 43rdAnnual Computer Software and Applications Confer-</a:t>
            </a:r>
            <a:r>
              <a:rPr lang="en" altLang="ja-JP" sz="1000" dirty="0" err="1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ence</a:t>
            </a:r>
            <a:r>
              <a:rPr lang="en" altLang="ja-JP" sz="1000" dirty="0">
                <a:solidFill>
                  <a:schemeClr val="bg2">
                    <a:lumMod val="75000"/>
                  </a:schemeClr>
                </a:solidFill>
                <a:effectLst/>
                <a:latin typeface="Helvetica" pitchFamily="2" charset="0"/>
              </a:rPr>
              <a:t> (COMPSAC), Vol. 1, pp. 423–432 (online), DOI:10.1109/COMPSAC.2019.00068 (2019).</a:t>
            </a:r>
            <a:endParaRPr kumimoji="1" lang="ja-JP" altLang="en-US" sz="100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687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BDAF642A-6907-2E88-C399-96E917428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抽出したデータを登録用と評価用に分ける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31FE7A0-7C52-6412-39C6-0544F6C9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24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2E4A2B-CDE2-9369-9BA2-BF277FEF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評価手法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1B65888-D86F-181D-FE12-BB15646B04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評価</a:t>
            </a:r>
          </a:p>
        </p:txBody>
      </p:sp>
      <p:sp>
        <p:nvSpPr>
          <p:cNvPr id="6" name="Rectangle 35">
            <a:extLst>
              <a:ext uri="{FF2B5EF4-FFF2-40B4-BE49-F238E27FC236}">
                <a16:creationId xmlns:a16="http://schemas.microsoft.com/office/drawing/2014/main" id="{F2D3A367-DBB2-83CA-2E61-FCAB59672CF1}"/>
              </a:ext>
            </a:extLst>
          </p:cNvPr>
          <p:cNvSpPr/>
          <p:nvPr/>
        </p:nvSpPr>
        <p:spPr>
          <a:xfrm>
            <a:off x="4140423" y="3529418"/>
            <a:ext cx="4833713" cy="1812165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F4453AC8-50B8-636B-F625-98816658394C}"/>
              </a:ext>
            </a:extLst>
          </p:cNvPr>
          <p:cNvSpPr/>
          <p:nvPr/>
        </p:nvSpPr>
        <p:spPr>
          <a:xfrm>
            <a:off x="628650" y="1623902"/>
            <a:ext cx="7413812" cy="155805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8" name="Graphic 4" descr="Database outline">
            <a:extLst>
              <a:ext uri="{FF2B5EF4-FFF2-40B4-BE49-F238E27FC236}">
                <a16:creationId xmlns:a16="http://schemas.microsoft.com/office/drawing/2014/main" id="{293428D9-6A82-724C-EDE1-196B7106E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520" y="2158266"/>
            <a:ext cx="914400" cy="9144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83D8B229-9CC5-E5C3-0A65-A3E5A6ABAF88}"/>
              </a:ext>
            </a:extLst>
          </p:cNvPr>
          <p:cNvSpPr txBox="1"/>
          <p:nvPr/>
        </p:nvSpPr>
        <p:spPr>
          <a:xfrm>
            <a:off x="840724" y="1861079"/>
            <a:ext cx="1133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収集テーブル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pic>
        <p:nvPicPr>
          <p:cNvPr id="10" name="Graphic 8" descr="Web design outline">
            <a:extLst>
              <a:ext uri="{FF2B5EF4-FFF2-40B4-BE49-F238E27FC236}">
                <a16:creationId xmlns:a16="http://schemas.microsoft.com/office/drawing/2014/main" id="{363F3616-5449-8044-7609-78164D7CD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0453" y="4294968"/>
            <a:ext cx="914400" cy="91440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A353496E-6B19-0175-5045-12AD0F92BDDE}"/>
              </a:ext>
            </a:extLst>
          </p:cNvPr>
          <p:cNvSpPr txBox="1"/>
          <p:nvPr/>
        </p:nvSpPr>
        <p:spPr>
          <a:xfrm>
            <a:off x="4675257" y="3754547"/>
            <a:ext cx="1023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ルール登録</a:t>
            </a:r>
          </a:p>
        </p:txBody>
      </p:sp>
      <p:cxnSp>
        <p:nvCxnSpPr>
          <p:cNvPr id="12" name="Straight Arrow Connector 14">
            <a:extLst>
              <a:ext uri="{FF2B5EF4-FFF2-40B4-BE49-F238E27FC236}">
                <a16:creationId xmlns:a16="http://schemas.microsoft.com/office/drawing/2014/main" id="{EA601DCE-1E0B-2D20-3008-E7F53C4C3A9A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202111" y="4752168"/>
            <a:ext cx="27183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Graphic 21" descr="Web design outline">
            <a:extLst>
              <a:ext uri="{FF2B5EF4-FFF2-40B4-BE49-F238E27FC236}">
                <a16:creationId xmlns:a16="http://schemas.microsoft.com/office/drawing/2014/main" id="{0D538BA5-EB9E-F522-9A80-4EA9E7D5E2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1743" y="2158266"/>
            <a:ext cx="914400" cy="914400"/>
          </a:xfrm>
          <a:prstGeom prst="rect">
            <a:avLst/>
          </a:prstGeom>
        </p:spPr>
      </p:pic>
      <p:cxnSp>
        <p:nvCxnSpPr>
          <p:cNvPr id="14" name="Straight Arrow Connector 23">
            <a:extLst>
              <a:ext uri="{FF2B5EF4-FFF2-40B4-BE49-F238E27FC236}">
                <a16:creationId xmlns:a16="http://schemas.microsoft.com/office/drawing/2014/main" id="{7DE3CE1C-BE11-BD3C-FC27-33C8252EA47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846920" y="2615466"/>
            <a:ext cx="4548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5">
            <a:extLst>
              <a:ext uri="{FF2B5EF4-FFF2-40B4-BE49-F238E27FC236}">
                <a16:creationId xmlns:a16="http://schemas.microsoft.com/office/drawing/2014/main" id="{393D53C3-9235-4081-4F09-18E72CFC0EB1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5377653" y="3016915"/>
            <a:ext cx="1834610" cy="12780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2" descr="Database outline">
            <a:extLst>
              <a:ext uri="{FF2B5EF4-FFF2-40B4-BE49-F238E27FC236}">
                <a16:creationId xmlns:a16="http://schemas.microsoft.com/office/drawing/2014/main" id="{6CA6C069-BEBA-DC18-9405-7108DBF9B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0622" y="2145415"/>
            <a:ext cx="914400" cy="914400"/>
          </a:xfrm>
          <a:prstGeom prst="rect">
            <a:avLst/>
          </a:prstGeom>
        </p:spPr>
      </p:pic>
      <p:sp>
        <p:nvSpPr>
          <p:cNvPr id="17" name="TextBox 3">
            <a:extLst>
              <a:ext uri="{FF2B5EF4-FFF2-40B4-BE49-F238E27FC236}">
                <a16:creationId xmlns:a16="http://schemas.microsoft.com/office/drawing/2014/main" id="{5C273A7D-433B-884D-567F-C946BFFC4933}"/>
              </a:ext>
            </a:extLst>
          </p:cNvPr>
          <p:cNvSpPr txBox="1"/>
          <p:nvPr/>
        </p:nvSpPr>
        <p:spPr>
          <a:xfrm>
            <a:off x="6573729" y="1868416"/>
            <a:ext cx="132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差分テーブル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cxnSp>
        <p:nvCxnSpPr>
          <p:cNvPr id="18" name="Straight Arrow Connector 5">
            <a:extLst>
              <a:ext uri="{FF2B5EF4-FFF2-40B4-BE49-F238E27FC236}">
                <a16:creationId xmlns:a16="http://schemas.microsoft.com/office/drawing/2014/main" id="{5FFC4281-770F-75AE-500C-4B73D4EA7B9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216143" y="2615466"/>
            <a:ext cx="678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2">
            <a:extLst>
              <a:ext uri="{FF2B5EF4-FFF2-40B4-BE49-F238E27FC236}">
                <a16:creationId xmlns:a16="http://schemas.microsoft.com/office/drawing/2014/main" id="{A27497F8-946A-E8C3-F49D-2DC24EEA7C67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834853" y="4752168"/>
            <a:ext cx="15535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8">
            <a:extLst>
              <a:ext uri="{FF2B5EF4-FFF2-40B4-BE49-F238E27FC236}">
                <a16:creationId xmlns:a16="http://schemas.microsoft.com/office/drawing/2014/main" id="{511B6D7D-4910-411F-0822-DFD15F741470}"/>
              </a:ext>
            </a:extLst>
          </p:cNvPr>
          <p:cNvSpPr txBox="1"/>
          <p:nvPr/>
        </p:nvSpPr>
        <p:spPr>
          <a:xfrm>
            <a:off x="6709716" y="3877212"/>
            <a:ext cx="2269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タイポスクワッティング</a:t>
            </a:r>
          </a:p>
          <a:p>
            <a:pPr algn="ctr"/>
            <a:r>
              <a:rPr lang="en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ドメイン一覧</a:t>
            </a:r>
          </a:p>
        </p:txBody>
      </p:sp>
      <p:pic>
        <p:nvPicPr>
          <p:cNvPr id="22" name="Graphic 30" descr="List outline">
            <a:extLst>
              <a:ext uri="{FF2B5EF4-FFF2-40B4-BE49-F238E27FC236}">
                <a16:creationId xmlns:a16="http://schemas.microsoft.com/office/drawing/2014/main" id="{CD321098-9C9B-1D4C-1B54-477AF826E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8414" y="4301277"/>
            <a:ext cx="914400" cy="914400"/>
          </a:xfrm>
          <a:prstGeom prst="rect">
            <a:avLst/>
          </a:prstGeom>
        </p:spPr>
      </p:pic>
      <p:pic>
        <p:nvPicPr>
          <p:cNvPr id="24" name="Graphic 41" descr="Database outline">
            <a:extLst>
              <a:ext uri="{FF2B5EF4-FFF2-40B4-BE49-F238E27FC236}">
                <a16:creationId xmlns:a16="http://schemas.microsoft.com/office/drawing/2014/main" id="{F95E4057-6057-5E31-B9C2-0E7CA00D7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4811" y="2158266"/>
            <a:ext cx="914400" cy="914400"/>
          </a:xfrm>
          <a:prstGeom prst="rect">
            <a:avLst/>
          </a:prstGeom>
        </p:spPr>
      </p:pic>
      <p:sp>
        <p:nvSpPr>
          <p:cNvPr id="25" name="TextBox 42">
            <a:extLst>
              <a:ext uri="{FF2B5EF4-FFF2-40B4-BE49-F238E27FC236}">
                <a16:creationId xmlns:a16="http://schemas.microsoft.com/office/drawing/2014/main" id="{577A1ECC-B6EC-C923-4311-AB303F1057D6}"/>
              </a:ext>
            </a:extLst>
          </p:cNvPr>
          <p:cNvSpPr txBox="1"/>
          <p:nvPr/>
        </p:nvSpPr>
        <p:spPr>
          <a:xfrm>
            <a:off x="2915702" y="1768745"/>
            <a:ext cx="287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タイポドメイン</a:t>
            </a:r>
            <a:br>
              <a:rPr lang="en-US" altLang="ja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テーブル（登録用）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pic>
        <p:nvPicPr>
          <p:cNvPr id="26" name="Graphic 44" descr="Web design outline">
            <a:extLst>
              <a:ext uri="{FF2B5EF4-FFF2-40B4-BE49-F238E27FC236}">
                <a16:creationId xmlns:a16="http://schemas.microsoft.com/office/drawing/2014/main" id="{44E68553-A630-659F-34DE-6B743186F9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4614" y="2158266"/>
            <a:ext cx="914400" cy="914400"/>
          </a:xfrm>
          <a:prstGeom prst="rect">
            <a:avLst/>
          </a:prstGeom>
        </p:spPr>
      </p:pic>
      <p:cxnSp>
        <p:nvCxnSpPr>
          <p:cNvPr id="27" name="Straight Arrow Connector 45">
            <a:extLst>
              <a:ext uri="{FF2B5EF4-FFF2-40B4-BE49-F238E27FC236}">
                <a16:creationId xmlns:a16="http://schemas.microsoft.com/office/drawing/2014/main" id="{30580F3A-29D2-438B-F27D-B1FC07ECF939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809211" y="2615466"/>
            <a:ext cx="6554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46">
            <a:extLst>
              <a:ext uri="{FF2B5EF4-FFF2-40B4-BE49-F238E27FC236}">
                <a16:creationId xmlns:a16="http://schemas.microsoft.com/office/drawing/2014/main" id="{F1A73A0F-9D25-B570-D3B0-6B7F10410741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6379014" y="2615466"/>
            <a:ext cx="4068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1">
            <a:extLst>
              <a:ext uri="{FF2B5EF4-FFF2-40B4-BE49-F238E27FC236}">
                <a16:creationId xmlns:a16="http://schemas.microsoft.com/office/drawing/2014/main" id="{E67B774B-0CBF-D6C1-D054-32F46FF4AD7E}"/>
              </a:ext>
            </a:extLst>
          </p:cNvPr>
          <p:cNvCxnSpPr>
            <a:cxnSpLocks/>
          </p:cNvCxnSpPr>
          <p:nvPr/>
        </p:nvCxnSpPr>
        <p:spPr>
          <a:xfrm flipH="1">
            <a:off x="2001297" y="3302445"/>
            <a:ext cx="757646" cy="597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phic 16" descr="Database outline">
            <a:extLst>
              <a:ext uri="{FF2B5EF4-FFF2-40B4-BE49-F238E27FC236}">
                <a16:creationId xmlns:a16="http://schemas.microsoft.com/office/drawing/2014/main" id="{8209DF7C-F08F-3C7A-C012-97313493A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7046" y="4338877"/>
            <a:ext cx="914400" cy="914400"/>
          </a:xfrm>
          <a:prstGeom prst="rect">
            <a:avLst/>
          </a:prstGeom>
        </p:spPr>
      </p:pic>
      <p:sp>
        <p:nvSpPr>
          <p:cNvPr id="31" name="TextBox 17">
            <a:extLst>
              <a:ext uri="{FF2B5EF4-FFF2-40B4-BE49-F238E27FC236}">
                <a16:creationId xmlns:a16="http://schemas.microsoft.com/office/drawing/2014/main" id="{9557A968-B2C3-69C8-5293-8A12976E82FA}"/>
              </a:ext>
            </a:extLst>
          </p:cNvPr>
          <p:cNvSpPr txBox="1"/>
          <p:nvPr/>
        </p:nvSpPr>
        <p:spPr>
          <a:xfrm>
            <a:off x="330600" y="3959244"/>
            <a:ext cx="287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タイポドメイン</a:t>
            </a:r>
            <a:br>
              <a:rPr lang="en-US" altLang="ja-JP" sz="1200" b="1" dirty="0"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テーブル（評価用）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86361CF5-8631-B9CF-4248-7A39D52813A5}"/>
              </a:ext>
            </a:extLst>
          </p:cNvPr>
          <p:cNvSpPr txBox="1"/>
          <p:nvPr/>
        </p:nvSpPr>
        <p:spPr>
          <a:xfrm>
            <a:off x="2676721" y="4320644"/>
            <a:ext cx="1448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評価用</a:t>
            </a:r>
            <a:r>
              <a:rPr lang="en-JP" sz="1200" b="1">
                <a:latin typeface="Noto Sans JP" panose="020B0200000000000000" pitchFamily="34" charset="-128"/>
                <a:ea typeface="Noto Sans JP" panose="020B0200000000000000" pitchFamily="34" charset="-128"/>
              </a:rPr>
              <a:t>ドメイン</a:t>
            </a:r>
            <a:endParaRPr lang="en-JP" sz="1200" b="1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60FFC6-868F-B4CC-2483-9D7E368FB54E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674246" y="5253277"/>
            <a:ext cx="0" cy="3522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ABFCFF-E988-05DE-843D-78F2400A6CEC}"/>
              </a:ext>
            </a:extLst>
          </p:cNvPr>
          <p:cNvCxnSpPr>
            <a:cxnSpLocks/>
          </p:cNvCxnSpPr>
          <p:nvPr/>
        </p:nvCxnSpPr>
        <p:spPr>
          <a:xfrm>
            <a:off x="1674246" y="5605552"/>
            <a:ext cx="61702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9">
            <a:extLst>
              <a:ext uri="{FF2B5EF4-FFF2-40B4-BE49-F238E27FC236}">
                <a16:creationId xmlns:a16="http://schemas.microsoft.com/office/drawing/2014/main" id="{E736BE3C-ECBC-C0F8-20BC-95D8D6A34FF0}"/>
              </a:ext>
            </a:extLst>
          </p:cNvPr>
          <p:cNvCxnSpPr>
            <a:cxnSpLocks/>
          </p:cNvCxnSpPr>
          <p:nvPr/>
        </p:nvCxnSpPr>
        <p:spPr>
          <a:xfrm flipV="1">
            <a:off x="7844486" y="5184225"/>
            <a:ext cx="15981" cy="4213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50">
            <a:extLst>
              <a:ext uri="{FF2B5EF4-FFF2-40B4-BE49-F238E27FC236}">
                <a16:creationId xmlns:a16="http://schemas.microsoft.com/office/drawing/2014/main" id="{0C2BDB2C-1684-3970-2AD2-3822E599D582}"/>
              </a:ext>
            </a:extLst>
          </p:cNvPr>
          <p:cNvSpPr txBox="1"/>
          <p:nvPr/>
        </p:nvSpPr>
        <p:spPr>
          <a:xfrm>
            <a:off x="3157498" y="5695905"/>
            <a:ext cx="2829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>
                <a:latin typeface="+mn-ea"/>
              </a:rPr>
              <a:t>存在するかどうか</a:t>
            </a:r>
            <a:endParaRPr lang="en-JP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8626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7850CE9-F87B-9D70-7C53-5E9FDD68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b="1"/>
              <a:t>評価指標</a:t>
            </a:r>
            <a:endParaRPr lang="en-US" altLang="ja-JP" b="1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/>
              <a:t>タイポスクワッティングドメインの</a:t>
            </a:r>
            <a:r>
              <a:rPr lang="ja-JP" altLang="en-US" b="1"/>
              <a:t>生成数</a:t>
            </a:r>
            <a:endParaRPr lang="en-US" altLang="ja-JP" b="1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/>
              <a:t>生成モデルの</a:t>
            </a:r>
            <a:r>
              <a:rPr kumimoji="1" lang="ja-JP" altLang="en-US" b="1"/>
              <a:t>網羅率</a:t>
            </a:r>
            <a:endParaRPr kumimoji="1" lang="en-US" altLang="ja-JP" b="1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評価結果</a:t>
            </a:r>
            <a:endParaRPr lang="en-US" altLang="ja-JP" b="1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/>
              <a:t>生成数</a:t>
            </a:r>
            <a:r>
              <a:rPr lang="ja-JP" altLang="en-US"/>
              <a:t>：</a:t>
            </a:r>
            <a:r>
              <a:rPr kumimoji="1" lang="en-US" altLang="ja-JP" b="1" dirty="0"/>
              <a:t>1</a:t>
            </a:r>
            <a:r>
              <a:rPr kumimoji="1" lang="ja-JP" altLang="en-US" b="1"/>
              <a:t>ドメインあたり：</a:t>
            </a:r>
            <a:r>
              <a:rPr kumimoji="1" lang="en-US" altLang="ja-JP" b="1" dirty="0">
                <a:solidFill>
                  <a:srgbClr val="C00000"/>
                </a:solidFill>
              </a:rPr>
              <a:t>22 . 60 ± 7</a:t>
            </a:r>
            <a:r>
              <a:rPr kumimoji="1" lang="ja-JP" altLang="en-US" b="1">
                <a:solidFill>
                  <a:srgbClr val="C00000"/>
                </a:solidFill>
              </a:rPr>
              <a:t>個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ドメインに関わらず</a:t>
            </a:r>
            <a:r>
              <a:rPr lang="ja-JP" altLang="en-US"/>
              <a:t>モデルの適用が可能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457200" indent="-457200">
              <a:buFont typeface="+mj-ea"/>
              <a:buAutoNum type="circleNumDbPlain" startAt="2"/>
            </a:pPr>
            <a:r>
              <a:rPr kumimoji="1" lang="ja-JP" altLang="en-US"/>
              <a:t>網羅率：</a:t>
            </a:r>
            <a:r>
              <a:rPr lang="ja-JP" altLang="en-US" b="1"/>
              <a:t>テストデータのうち、</a:t>
            </a:r>
            <a:r>
              <a:rPr lang="en-US" altLang="ja-JP" b="1" dirty="0">
                <a:solidFill>
                  <a:srgbClr val="C00000"/>
                </a:solidFill>
              </a:rPr>
              <a:t>25%</a:t>
            </a:r>
          </a:p>
          <a:p>
            <a:pPr marL="0" indent="0" algn="ctr">
              <a:buNone/>
            </a:pPr>
            <a:r>
              <a:rPr kumimoji="1" lang="ja-JP" altLang="en-US"/>
              <a:t>ほとんどが</a:t>
            </a:r>
            <a:r>
              <a:rPr kumimoji="1" lang="en-US" altLang="ja-JP" b="1" dirty="0">
                <a:solidFill>
                  <a:srgbClr val="C00000"/>
                </a:solidFill>
              </a:rPr>
              <a:t>1</a:t>
            </a:r>
            <a:r>
              <a:rPr kumimoji="1" lang="ja-JP" altLang="en-US" b="1">
                <a:solidFill>
                  <a:srgbClr val="C00000"/>
                </a:solidFill>
              </a:rPr>
              <a:t>回しか</a:t>
            </a:r>
            <a:r>
              <a:rPr kumimoji="1" lang="ja-JP" altLang="en-US"/>
              <a:t>起こらなかったタイプミス</a:t>
            </a:r>
            <a:endParaRPr kumimoji="1" lang="en-US" altLang="ja-JP" dirty="0"/>
          </a:p>
          <a:p>
            <a:pPr marL="0" indent="0" algn="ctr">
              <a:buNone/>
            </a:pPr>
            <a:r>
              <a:rPr kumimoji="1" lang="ja-JP" altLang="en-US"/>
              <a:t>収集できたデータ（タイプミス）が</a:t>
            </a:r>
            <a:r>
              <a:rPr kumimoji="1" lang="ja-JP" altLang="en-US" b="1">
                <a:solidFill>
                  <a:srgbClr val="C00000"/>
                </a:solidFill>
              </a:rPr>
              <a:t>少ない</a:t>
            </a:r>
            <a:endParaRPr kumimoji="1" lang="en-US" altLang="ja-JP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b="1" dirty="0">
              <a:solidFill>
                <a:srgbClr val="C0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AE3C89-03F0-C5BF-4D51-2F7A2D39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25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375B5A4-EBB6-F089-D695-DB45D383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評価指標・結果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FD9D042-0D04-C259-84C8-AE3803EAB5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評価</a:t>
            </a:r>
          </a:p>
        </p:txBody>
      </p:sp>
    </p:spTree>
    <p:extLst>
      <p:ext uri="{BB962C8B-B14F-4D97-AF65-F5344CB8AC3E}">
        <p14:creationId xmlns:p14="http://schemas.microsoft.com/office/powerpoint/2010/main" val="38393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1FADDC4-012D-F688-A5CC-8422078B3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32057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b="1"/>
              <a:t>追加調査を行い、データ数を増やす</a:t>
            </a:r>
            <a:endParaRPr lang="en-US" altLang="ja-JP" b="1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b="1"/>
              <a:t>機械学習による生成モデルの精度向上</a:t>
            </a:r>
            <a:endParaRPr kumimoji="1" lang="en-US" altLang="ja-JP" b="1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b="1"/>
              <a:t>特定の国や地域、言語圏に絞って調査</a:t>
            </a:r>
            <a:endParaRPr lang="en-US" altLang="ja-JP" b="1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b="1"/>
              <a:t>（あるドメインの取得におけるコスパの可視化）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700" b="1" dirty="0"/>
          </a:p>
          <a:p>
            <a:pPr marL="0" indent="0">
              <a:buNone/>
            </a:pPr>
            <a:r>
              <a:rPr kumimoji="1" lang="en-US" altLang="ja-JP" b="1" dirty="0" err="1"/>
              <a:t>Github</a:t>
            </a:r>
            <a:r>
              <a:rPr lang="ja-JP" altLang="en-US" b="1"/>
              <a:t>上に収集したデータを公開中</a:t>
            </a:r>
            <a:endParaRPr lang="en-US" altLang="ja-JP" b="1" dirty="0"/>
          </a:p>
          <a:p>
            <a:r>
              <a:rPr lang="ja-JP" altLang="en-US"/>
              <a:t>収集したドメイン</a:t>
            </a:r>
            <a:endParaRPr lang="en-US" altLang="ja-JP" dirty="0"/>
          </a:p>
          <a:p>
            <a:r>
              <a:rPr lang="ja-JP" altLang="en-US"/>
              <a:t>調査で使用したデータ</a:t>
            </a:r>
            <a:endParaRPr lang="en-US" altLang="ja-JP" dirty="0"/>
          </a:p>
          <a:p>
            <a:pPr lvl="1"/>
            <a:r>
              <a:rPr lang="ja-JP" altLang="en-US" sz="2400"/>
              <a:t>メールアドレス</a:t>
            </a:r>
            <a:endParaRPr lang="en-US" altLang="ja-JP" sz="2400" dirty="0"/>
          </a:p>
          <a:p>
            <a:pPr lvl="1"/>
            <a:r>
              <a:rPr lang="ja-JP" altLang="en-US" sz="2400"/>
              <a:t>ドメイン</a:t>
            </a:r>
            <a:endParaRPr lang="en-US" altLang="ja-JP" sz="2400" dirty="0"/>
          </a:p>
          <a:p>
            <a:pPr lvl="1"/>
            <a:r>
              <a:rPr lang="ja-JP" altLang="en-US" sz="2400"/>
              <a:t>ローカルパート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2000" dirty="0">
                <a:hlinkClick r:id="rId3"/>
              </a:rPr>
              <a:t>https://github.com/cysec-lab/typosquatting_domain_email</a:t>
            </a:r>
            <a:endParaRPr lang="en-US" altLang="ja-JP" sz="20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63F897-1075-53A5-31F1-8B94C3C3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26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949E051-2880-BE20-0113-FC7B77BA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今後の展望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17F7498-4498-81BA-B405-AF9C5622C9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8" name="コンテンツ プレースホルダー 6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066EFC8-AB0F-95E1-F88E-A4E7C04BE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184" y="2787888"/>
            <a:ext cx="2754931" cy="275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84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6145304-149B-0B06-F9DE-9ED74BBA6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184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b="1"/>
              <a:t>研究背景</a:t>
            </a:r>
            <a:endParaRPr kumimoji="1" lang="en-US" altLang="ja-JP" b="1" dirty="0"/>
          </a:p>
          <a:p>
            <a:r>
              <a:rPr lang="ja-JP" altLang="en-US"/>
              <a:t>タイポスクワッティングの防護的登録には多額の費用</a:t>
            </a:r>
            <a:endParaRPr lang="en-US" altLang="ja-JP" dirty="0"/>
          </a:p>
          <a:p>
            <a:r>
              <a:rPr lang="ja-JP" altLang="en-US"/>
              <a:t>人がタイプミスしやすいドメインから優先的に取得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研究目的</a:t>
            </a:r>
            <a:endParaRPr lang="en-US" altLang="ja-JP" b="1" dirty="0"/>
          </a:p>
          <a:p>
            <a:r>
              <a:rPr lang="ja-JP" altLang="en-US"/>
              <a:t>新たなタイプミスの傾向調査＋生成モデルの構築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傾向分析</a:t>
            </a:r>
            <a:endParaRPr lang="en-US" altLang="ja-JP" b="1" dirty="0"/>
          </a:p>
          <a:p>
            <a:r>
              <a:rPr lang="ja-JP" altLang="en-US"/>
              <a:t>関連研究にないタイプミスが明らかになった</a:t>
            </a:r>
            <a:endParaRPr lang="en-US" altLang="ja-JP" dirty="0"/>
          </a:p>
          <a:p>
            <a:r>
              <a:rPr lang="ja-JP" altLang="en-US"/>
              <a:t>国や地域、言語圏によって傾向が異なる可能性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提案</a:t>
            </a:r>
            <a:endParaRPr lang="en-US" altLang="ja-JP" b="1" dirty="0"/>
          </a:p>
          <a:p>
            <a:r>
              <a:rPr lang="ja-JP" altLang="en-US"/>
              <a:t>一定のタイポスクワッティングドメインを生成</a:t>
            </a:r>
            <a:endParaRPr lang="en-US" altLang="ja-JP" dirty="0"/>
          </a:p>
          <a:p>
            <a:r>
              <a:rPr lang="ja-JP" altLang="en-US"/>
              <a:t>網羅率が低いため要改善</a:t>
            </a:r>
            <a:endParaRPr lang="en-US" altLang="ja-JP" sz="2000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394932D-9EEE-91B2-4FC5-D1AC1C36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27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E9B266-8990-E615-DF80-5E69C4A5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2975F90-FE2F-C513-5C6F-54B7343560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267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E4DD-D382-A2EB-A4A8-AB3D3871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F140D-CB6D-17BA-08C7-4151DAE2E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>
                <a:latin typeface="+mn-ea"/>
                <a:ea typeface="+mn-ea"/>
              </a:rPr>
              <a:t>タイプミス傾向の分析に基づく</a:t>
            </a:r>
            <a:br>
              <a:rPr kumimoji="1" lang="ja-JP" altLang="en-US" sz="3200">
                <a:latin typeface="+mn-ea"/>
                <a:ea typeface="+mn-ea"/>
              </a:rPr>
            </a:br>
            <a:r>
              <a:rPr kumimoji="1" lang="ja-JP" altLang="en-US" sz="3200">
                <a:latin typeface="+mn-ea"/>
                <a:ea typeface="+mn-ea"/>
              </a:rPr>
              <a:t>タイポスクワッティングドメイン</a:t>
            </a:r>
            <a:br>
              <a:rPr kumimoji="1" lang="en-US" altLang="ja-JP" sz="3200" dirty="0">
                <a:latin typeface="+mn-ea"/>
                <a:ea typeface="+mn-ea"/>
              </a:rPr>
            </a:br>
            <a:r>
              <a:rPr kumimoji="1" lang="ja-JP" altLang="en-US" sz="3200">
                <a:latin typeface="+mn-ea"/>
                <a:ea typeface="+mn-ea"/>
              </a:rPr>
              <a:t>生成モデルの提案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2E387B-B006-6A00-7C07-4C5ABFFBD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u="sng">
                <a:latin typeface="+mn-ea"/>
                <a:ea typeface="+mn-ea"/>
              </a:rPr>
              <a:t>菅原</a:t>
            </a:r>
            <a:r>
              <a:rPr lang="en-US" altLang="ja-JP" u="sng" dirty="0">
                <a:latin typeface="+mn-ea"/>
                <a:ea typeface="+mn-ea"/>
              </a:rPr>
              <a:t> </a:t>
            </a:r>
            <a:r>
              <a:rPr lang="ja-JP" altLang="en-US" u="sng">
                <a:latin typeface="+mn-ea"/>
                <a:ea typeface="+mn-ea"/>
              </a:rPr>
              <a:t>颯真</a:t>
            </a:r>
            <a:r>
              <a:rPr lang="ja-JP" altLang="en-US">
                <a:latin typeface="+mn-ea"/>
                <a:ea typeface="+mn-ea"/>
              </a:rPr>
              <a:t>、星名</a:t>
            </a:r>
            <a:r>
              <a:rPr lang="en-US" altLang="ja-JP" dirty="0">
                <a:latin typeface="+mn-ea"/>
                <a:ea typeface="+mn-ea"/>
              </a:rPr>
              <a:t>  </a:t>
            </a:r>
            <a:r>
              <a:rPr lang="ja-JP" altLang="en-US">
                <a:latin typeface="+mn-ea"/>
                <a:ea typeface="+mn-ea"/>
              </a:rPr>
              <a:t>藍乃介、上原</a:t>
            </a:r>
            <a:r>
              <a:rPr lang="en-US" altLang="ja-JP" dirty="0">
                <a:latin typeface="+mn-ea"/>
                <a:ea typeface="+mn-ea"/>
              </a:rPr>
              <a:t> </a:t>
            </a:r>
            <a:r>
              <a:rPr lang="ja-JP" altLang="en-US">
                <a:latin typeface="+mn-ea"/>
                <a:ea typeface="+mn-ea"/>
              </a:rPr>
              <a:t>哲太郎（立命館大学）</a:t>
            </a:r>
            <a:endParaRPr lang="en-US" altLang="ja-JP" dirty="0">
              <a:latin typeface="+mn-ea"/>
              <a:ea typeface="+mn-ea"/>
            </a:endParaRPr>
          </a:p>
          <a:p>
            <a:r>
              <a:rPr lang="en-US" altLang="ja-JP" dirty="0">
                <a:latin typeface="+mn-ea"/>
              </a:rPr>
              <a:t>2025/03/05</a:t>
            </a:r>
            <a:endParaRPr lang="en-US" altLang="ja-JP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0504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1173A44-4107-BEFF-F2A2-24D3257FE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32057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ja-JP" altLang="en-US" b="1"/>
              <a:t>大阪教育大学（</a:t>
            </a:r>
            <a:r>
              <a:rPr lang="en-US" altLang="ja-JP" b="1" dirty="0"/>
              <a:t>2023</a:t>
            </a:r>
            <a:r>
              <a:rPr lang="ja-JP" altLang="en-US" b="1"/>
              <a:t>年）</a:t>
            </a:r>
            <a:r>
              <a:rPr lang="en-US" altLang="ja-JP" dirty="0"/>
              <a:t>[1]</a:t>
            </a:r>
          </a:p>
          <a:p>
            <a:r>
              <a:rPr kumimoji="1" lang="ja-JP" altLang="en-US"/>
              <a:t>自動転送先にタイポスクワッティングドメインを設定</a:t>
            </a:r>
            <a:endParaRPr kumimoji="1" lang="en-US" altLang="ja-JP" dirty="0"/>
          </a:p>
          <a:p>
            <a:r>
              <a:rPr kumimoji="1" lang="ja-JP" altLang="en-US"/>
              <a:t>約</a:t>
            </a:r>
            <a:r>
              <a:rPr kumimoji="1" lang="en-US" altLang="ja-JP" dirty="0"/>
              <a:t>2000</a:t>
            </a:r>
            <a:r>
              <a:rPr kumimoji="1" lang="ja-JP" altLang="en-US"/>
              <a:t>件の個人情報が漏洩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en-US" altLang="ja-JP" b="1" dirty="0" err="1"/>
              <a:t>gmail</a:t>
            </a:r>
            <a:r>
              <a:rPr lang="en-US" altLang="ja-JP" b="1" dirty="0"/>
              <a:t>  </a:t>
            </a:r>
            <a:r>
              <a:rPr lang="ja-JP" altLang="en-US" b="1"/>
              <a:t>→</a:t>
            </a:r>
            <a:r>
              <a:rPr lang="en-US" altLang="ja-JP" b="1" dirty="0"/>
              <a:t> </a:t>
            </a:r>
            <a:r>
              <a:rPr lang="en-US" altLang="ja-JP" b="1" dirty="0" err="1"/>
              <a:t>gm</a:t>
            </a:r>
            <a:r>
              <a:rPr lang="en-US" altLang="ja-JP" b="1" dirty="0" err="1">
                <a:solidFill>
                  <a:srgbClr val="C00000"/>
                </a:solidFill>
              </a:rPr>
              <a:t>e</a:t>
            </a:r>
            <a:r>
              <a:rPr lang="en-US" altLang="ja-JP" b="1" dirty="0" err="1"/>
              <a:t>il</a:t>
            </a:r>
            <a:endParaRPr lang="en-US" altLang="ja-JP" b="1" dirty="0"/>
          </a:p>
          <a:p>
            <a:pPr marL="457200" indent="-457200">
              <a:buFont typeface="+mj-lt"/>
              <a:buAutoNum type="arabicPeriod" startAt="2"/>
            </a:pPr>
            <a:r>
              <a:rPr lang="ja-JP" altLang="en-US" b="1"/>
              <a:t>米軍（</a:t>
            </a:r>
            <a:r>
              <a:rPr lang="en-US" altLang="ja-JP" b="1" dirty="0"/>
              <a:t>2023</a:t>
            </a:r>
            <a:r>
              <a:rPr lang="ja-JP" altLang="en-US" b="1"/>
              <a:t>年）</a:t>
            </a:r>
            <a:r>
              <a:rPr lang="en-US" altLang="ja-JP" dirty="0"/>
              <a:t>[2]</a:t>
            </a:r>
          </a:p>
          <a:p>
            <a:r>
              <a:rPr lang="ja-JP" altLang="en-US"/>
              <a:t>米軍宛のメールをマリ（西アフリカ）に送信</a:t>
            </a:r>
            <a:endParaRPr lang="en-US" altLang="ja-JP" dirty="0"/>
          </a:p>
          <a:p>
            <a:r>
              <a:rPr lang="ja-JP" altLang="en-US"/>
              <a:t>職員の個人情報や報告書等が漏洩</a:t>
            </a:r>
            <a:endParaRPr lang="en-US" altLang="ja-JP" dirty="0"/>
          </a:p>
          <a:p>
            <a:pPr marL="0" indent="0" algn="ctr">
              <a:buNone/>
            </a:pPr>
            <a:r>
              <a:rPr lang="en-US" altLang="ja-JP" b="1" dirty="0"/>
              <a:t>.mil </a:t>
            </a:r>
            <a:r>
              <a:rPr lang="ja-JP" altLang="en-US" b="1"/>
              <a:t>→</a:t>
            </a:r>
            <a:r>
              <a:rPr lang="en-US" altLang="ja-JP" b="1" dirty="0"/>
              <a:t> .m</a:t>
            </a:r>
            <a:r>
              <a:rPr lang="ja-JP" altLang="en-US" b="0" i="0">
                <a:solidFill>
                  <a:srgbClr val="C00000"/>
                </a:solidFill>
                <a:effectLst/>
                <a:latin typeface="TITUS Cyberbit Basic"/>
              </a:rPr>
              <a:t>␣</a:t>
            </a:r>
            <a:r>
              <a:rPr lang="en-US" altLang="ja-JP" b="1" dirty="0"/>
              <a:t>l</a:t>
            </a:r>
          </a:p>
          <a:p>
            <a:pPr marL="0" indent="0" algn="ctr">
              <a:buNone/>
            </a:pPr>
            <a:endParaRPr lang="en-US" altLang="ja-JP" sz="1800" b="1" dirty="0"/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タイポスクワッティングドメインへの誤送信による</a:t>
            </a:r>
            <a:endParaRPr lang="en-US" altLang="ja-JP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ja-JP" altLang="en-US" b="1">
                <a:solidFill>
                  <a:srgbClr val="C00000"/>
                </a:solidFill>
              </a:rPr>
              <a:t>機密情報の漏洩が毎年発生</a:t>
            </a:r>
            <a:endParaRPr lang="en-US" altLang="ja-JP" b="1" dirty="0">
              <a:solidFill>
                <a:srgbClr val="C0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0DD3F3-1A2A-DDB7-7BE8-788A031F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29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D00F14D-7E7C-7968-128F-46336DAB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タイポスクワッティングの被害：メール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36106AF-0EC9-E3E9-82CE-D14C5BE494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研究背景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A6E6B8-A70C-17A4-25EB-77F6724BB8C3}"/>
              </a:ext>
            </a:extLst>
          </p:cNvPr>
          <p:cNvSpPr txBox="1"/>
          <p:nvPr/>
        </p:nvSpPr>
        <p:spPr>
          <a:xfrm>
            <a:off x="250824" y="6150114"/>
            <a:ext cx="7648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[1] </a:t>
            </a:r>
            <a:r>
              <a:rPr lang="ja-JP" altLang="en-US" sz="1000">
                <a:solidFill>
                  <a:schemeClr val="bg2">
                    <a:lumMod val="90000"/>
                  </a:schemeClr>
                </a:solidFill>
                <a:latin typeface="+mn-ea"/>
              </a:rPr>
              <a:t>大阪教育大学：電子メール転送先ミスによる情報漏えいについて，大阪教育大学（オンライン），入手先⟨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https://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osaka-kyoiku.ac.jp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/news/</a:t>
            </a:r>
            <a:r>
              <a:rPr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detail.html?itemid</a:t>
            </a:r>
            <a:r>
              <a:rPr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=8224&amp;dispmid=5662⟩</a:t>
            </a:r>
            <a:r>
              <a:rPr lang="ja-JP" altLang="en" sz="1000">
                <a:solidFill>
                  <a:schemeClr val="bg2">
                    <a:lumMod val="90000"/>
                  </a:schemeClr>
                </a:solidFill>
                <a:latin typeface="+mn-ea"/>
              </a:rPr>
              <a:t>（</a:t>
            </a:r>
            <a:r>
              <a:rPr lang="ja-JP" altLang="en-US" sz="1000">
                <a:solidFill>
                  <a:schemeClr val="bg2">
                    <a:lumMod val="90000"/>
                  </a:schemeClr>
                </a:solidFill>
                <a:latin typeface="+mn-ea"/>
              </a:rPr>
              <a:t>参照</a:t>
            </a:r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2024-12-29</a:t>
            </a:r>
            <a:r>
              <a:rPr lang="ja-JP" altLang="en-US" sz="1000">
                <a:solidFill>
                  <a:schemeClr val="bg2">
                    <a:lumMod val="90000"/>
                  </a:schemeClr>
                </a:solidFill>
                <a:latin typeface="+mn-ea"/>
              </a:rPr>
              <a:t>）</a:t>
            </a:r>
            <a:r>
              <a:rPr lang="en-US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.</a:t>
            </a:r>
          </a:p>
          <a:p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[2] Jacob, J., Chris, C., Mehul, S. and Max, H.: Typo leaks millions of US military emails 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toMali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web operator, Financial Times (online),available from ⟨https://</a:t>
            </a:r>
            <a:r>
              <a:rPr kumimoji="1" lang="en" altLang="ja-JP" sz="1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www.ft.com</a:t>
            </a:r>
            <a:r>
              <a:rPr kumimoji="1" lang="en" altLang="ja-JP" sz="1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/content/ab62af67-ed2a-42d0-87eb-c762ac163cf0⟩ (accessed2025-1-12).</a:t>
            </a:r>
            <a:endParaRPr kumimoji="1" lang="ja-JP" altLang="en-US" sz="100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9355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B666938-905A-B293-B448-F87CC177D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03168"/>
            <a:ext cx="7886700" cy="3782031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8CA570-9A58-FC18-7627-4AA86E96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30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3DCBC06-1DCF-973E-92B1-10A7D036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関連研究との差分</a:t>
            </a:r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E1A8113-D81C-C8B8-3CAE-41A927CF0CA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関連研究</a:t>
            </a:r>
          </a:p>
        </p:txBody>
      </p:sp>
    </p:spTree>
    <p:extLst>
      <p:ext uri="{BB962C8B-B14F-4D97-AF65-F5344CB8AC3E}">
        <p14:creationId xmlns:p14="http://schemas.microsoft.com/office/powerpoint/2010/main" val="1512279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0370A14-E701-0C7C-EE11-4DCD23DE6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5781"/>
            <a:ext cx="7886700" cy="5429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b="1"/>
              <a:t>ドメイン</a:t>
            </a:r>
            <a:endParaRPr kumimoji="1" lang="en-US" altLang="ja-JP" b="1" dirty="0"/>
          </a:p>
          <a:p>
            <a:r>
              <a:rPr lang="en-US" altLang="ja-JP" dirty="0"/>
              <a:t>TOPIX</a:t>
            </a:r>
            <a:r>
              <a:rPr lang="ja-JP" altLang="en-US"/>
              <a:t>銘柄企業約</a:t>
            </a:r>
            <a:r>
              <a:rPr lang="en-US" altLang="ja-JP" dirty="0"/>
              <a:t>2000</a:t>
            </a:r>
            <a:r>
              <a:rPr lang="ja-JP" altLang="en-US"/>
              <a:t>社のドメインを使用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/>
              <a:t>ローカルパート</a:t>
            </a:r>
            <a:endParaRPr kumimoji="1" lang="en-US" altLang="ja-JP" b="1" dirty="0"/>
          </a:p>
          <a:p>
            <a:r>
              <a:rPr kumimoji="1" lang="ja-JP" altLang="en-US"/>
              <a:t>姓：名前由来</a:t>
            </a:r>
            <a:r>
              <a:rPr kumimoji="1" lang="en-US" altLang="ja-JP" dirty="0"/>
              <a:t>net</a:t>
            </a:r>
            <a:r>
              <a:rPr kumimoji="1" lang="ja-JP" altLang="en-US"/>
              <a:t>の上位</a:t>
            </a:r>
            <a:r>
              <a:rPr kumimoji="1" lang="en-US" altLang="ja-JP" dirty="0"/>
              <a:t>5000</a:t>
            </a:r>
            <a:r>
              <a:rPr kumimoji="1" lang="ja-JP" altLang="en-US"/>
              <a:t>件を使用（</a:t>
            </a:r>
            <a:r>
              <a:rPr kumimoji="1" lang="en-US" altLang="ja-JP" dirty="0"/>
              <a:t>90</a:t>
            </a:r>
            <a:r>
              <a:rPr kumimoji="1" lang="ja-JP" altLang="en-US"/>
              <a:t>％網羅）</a:t>
            </a:r>
            <a:endParaRPr kumimoji="1" lang="en-US" altLang="ja-JP" dirty="0"/>
          </a:p>
          <a:p>
            <a:r>
              <a:rPr lang="ja-JP" altLang="en-US"/>
              <a:t>名：明治安田生命の名前ランキングを使用</a:t>
            </a:r>
            <a:endParaRPr lang="en-US" altLang="ja-JP" dirty="0"/>
          </a:p>
          <a:p>
            <a:pPr lvl="1"/>
            <a:r>
              <a:rPr kumimoji="1" lang="ja-JP" altLang="en-US"/>
              <a:t>各年代の人口分布に従って名前を決定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b="1"/>
              <a:t>メールアドレス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/>
              <a:t>ドメインとローカルパートをランダムに結合して表示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ドメインが均等に入力されるよう調整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EBB29FD-8F0C-F6AB-06F5-1CCB171D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31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7FE2444-EDB0-3E88-D71F-DB5750A8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メールアドレスデータセット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03C6E3B-0C04-F7A0-5766-4418F6A855D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調査</a:t>
            </a:r>
          </a:p>
        </p:txBody>
      </p:sp>
    </p:spTree>
    <p:extLst>
      <p:ext uri="{BB962C8B-B14F-4D97-AF65-F5344CB8AC3E}">
        <p14:creationId xmlns:p14="http://schemas.microsoft.com/office/powerpoint/2010/main" val="2617509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2500BC3-90B6-E827-8460-B47CB0A6B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50671"/>
            <a:ext cx="7886700" cy="3729232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BDEDBE-EF76-61FD-79E6-06B9BD59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32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CCF1136-A226-3C73-A7DD-FABB8700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調査結果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3A99CAF3-9799-8523-EAB3-AD942D115B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調査</a:t>
            </a:r>
          </a:p>
        </p:txBody>
      </p:sp>
    </p:spTree>
    <p:extLst>
      <p:ext uri="{BB962C8B-B14F-4D97-AF65-F5344CB8AC3E}">
        <p14:creationId xmlns:p14="http://schemas.microsoft.com/office/powerpoint/2010/main" val="2903915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6C71-D5FF-7139-4C8E-29136488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89C22B4-4EF9-F0E6-5C15-D2DEA0BE7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253021"/>
            <a:ext cx="7886700" cy="2555158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2948550-C7E7-51C2-8FB5-5F33BB37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33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8724332-485C-1E68-2C76-D0A8AA03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分析結果：削除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9CBB247-E89B-D527-4B52-454CB2D8CF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分析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3922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3013C-4CC1-6AE4-93DB-ADD6C025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C5D910C-E14A-6FD8-61A1-49BE072F1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765224"/>
            <a:ext cx="7886700" cy="1530751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38E241-49C3-63D3-706A-0CEE8CFB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34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6BFAC8F-0776-EBE7-950A-F02D7421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分析結果：挿入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0419E37-6293-C592-66F2-DB81FA045D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分析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639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0838-5C87-4FB5-D0B9-4CA2D6FA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5956688-F99E-3556-8F48-085F4DCFE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16130"/>
            <a:ext cx="7886700" cy="4228940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159F9B-52D6-AFD9-5232-28ABA886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35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139D62F-CD5B-4A5E-11EE-C643A368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分析結果：置換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195FFC6B-4AF9-9A4E-4E33-056A0DD6F1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分析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127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A776-2DDB-EFB9-B875-D94C11F8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F56F2F4-76E2-5E98-368A-B21CEFB8A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172335"/>
            <a:ext cx="7886700" cy="2716530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B9ADD8-032F-A721-A3A1-1578661D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36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47E4559-0696-05C4-61DE-A0BFE514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分析結果：編集距離が</a:t>
            </a:r>
            <a:r>
              <a:rPr kumimoji="1" lang="en-US" altLang="ja-JP" dirty="0"/>
              <a:t>2</a:t>
            </a:r>
            <a:r>
              <a:rPr kumimoji="1" lang="ja-JP" altLang="en-US"/>
              <a:t>以上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26A0E88-53ED-A18A-839A-094050C5CD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分析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873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グラフ, 折れ線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156028E-F7DD-814F-0C4B-46EBADC91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946" y="1175657"/>
            <a:ext cx="6484768" cy="4744019"/>
          </a:xfr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89A6BD-E349-4995-C7C8-3C02647E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37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3C15E0E-2725-DB90-D3C5-AAC65921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評価結果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C408B4A-80D4-60DE-1E19-FDE5238EF90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/>
              <a:t>評価</a:t>
            </a:r>
          </a:p>
        </p:txBody>
      </p:sp>
    </p:spTree>
    <p:extLst>
      <p:ext uri="{BB962C8B-B14F-4D97-AF65-F5344CB8AC3E}">
        <p14:creationId xmlns:p14="http://schemas.microsoft.com/office/powerpoint/2010/main" val="2283481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739CDDF-85FD-1303-B9A1-2ECB0D925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8CAAB84-E2B8-A266-175E-B0ED2F66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48DB3-8E30-DB42-BCAD-14D1B5115906}" type="slidenum">
              <a:rPr lang="ja-JP" altLang="en-US" smtClean="0"/>
              <a:pPr/>
              <a:t>38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1487B19-5D18-525E-83E2-97431DC9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22D2271-4FD4-A68A-7EFE-2C5E404B37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B5BAB80-9715-2355-034C-5B78BEB4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66475"/>
              </p:ext>
            </p:extLst>
          </p:nvPr>
        </p:nvGraphicFramePr>
        <p:xfrm>
          <a:off x="879475" y="3165973"/>
          <a:ext cx="7385050" cy="2860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9825">
                  <a:extLst>
                    <a:ext uri="{9D8B030D-6E8A-4147-A177-3AD203B41FA5}">
                      <a16:colId xmlns:a16="http://schemas.microsoft.com/office/drawing/2014/main" val="458606570"/>
                    </a:ext>
                  </a:extLst>
                </a:gridCol>
                <a:gridCol w="3705225">
                  <a:extLst>
                    <a:ext uri="{9D8B030D-6E8A-4147-A177-3AD203B41FA5}">
                      <a16:colId xmlns:a16="http://schemas.microsoft.com/office/drawing/2014/main" val="3099697997"/>
                    </a:ext>
                  </a:extLst>
                </a:gridCol>
              </a:tblGrid>
              <a:tr h="572181">
                <a:tc>
                  <a:txBody>
                    <a:bodyPr/>
                    <a:lstStyle/>
                    <a:p>
                      <a:pPr algn="ctr"/>
                      <a:endParaRPr lang="en-JP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JP" b="1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121203"/>
                  </a:ext>
                </a:extLst>
              </a:tr>
              <a:tr h="572181"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rgbClr val="A31F2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rgbClr val="A31F2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60369"/>
                  </a:ext>
                </a:extLst>
              </a:tr>
              <a:tr h="572181"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949052"/>
                  </a:ext>
                </a:extLst>
              </a:tr>
              <a:tr h="572181"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728039"/>
                  </a:ext>
                </a:extLst>
              </a:tr>
              <a:tr h="572181"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JP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848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49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用" id="{0633CF13-78D1-6B43-B229-89961C9C436E}" vid="{1FEA1C57-2DB7-A14B-90A0-F82B9A5D001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1870</TotalTime>
  <Words>2996</Words>
  <Application>Microsoft Macintosh PowerPoint</Application>
  <PresentationFormat>画面に合わせる (4:3)</PresentationFormat>
  <Paragraphs>538</Paragraphs>
  <Slides>38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38</vt:i4>
      </vt:variant>
    </vt:vector>
  </HeadingPairs>
  <TitlesOfParts>
    <vt:vector size="44" baseType="lpstr">
      <vt:lpstr>Noto Sans JP</vt:lpstr>
      <vt:lpstr>TITUS Cyberbit Basic</vt:lpstr>
      <vt:lpstr>游ゴシック</vt:lpstr>
      <vt:lpstr>Arial</vt:lpstr>
      <vt:lpstr>Helvetica</vt:lpstr>
      <vt:lpstr>Office テーマ</vt:lpstr>
      <vt:lpstr>タイプミス傾向の分析に基づく タイポスクワッティングドメイン 生成モデルの提案</vt:lpstr>
      <vt:lpstr>発表の流れ</vt:lpstr>
      <vt:lpstr>タイポスクワッティングとは</vt:lpstr>
      <vt:lpstr>タイポスクワッティングの現状</vt:lpstr>
      <vt:lpstr>タイポスクワッティングの対策</vt:lpstr>
      <vt:lpstr>タイポスクワッティングドメインの生成</vt:lpstr>
      <vt:lpstr>関連研究における研究対象のドメイン</vt:lpstr>
      <vt:lpstr>研究目的</vt:lpstr>
      <vt:lpstr>本研究の流れ</vt:lpstr>
      <vt:lpstr>本研究の流れ</vt:lpstr>
      <vt:lpstr>編集距離の定義</vt:lpstr>
      <vt:lpstr>研究対象のドメイン：タイポドメイン</vt:lpstr>
      <vt:lpstr>調査概要</vt:lpstr>
      <vt:lpstr>調査用Webサイトの作成 </vt:lpstr>
      <vt:lpstr>タイポドメインの収集</vt:lpstr>
      <vt:lpstr>調査結果</vt:lpstr>
      <vt:lpstr>本研究の流れ</vt:lpstr>
      <vt:lpstr>分析手法</vt:lpstr>
      <vt:lpstr>分析結果</vt:lpstr>
      <vt:lpstr>分析結果</vt:lpstr>
      <vt:lpstr>本研究の流れ</vt:lpstr>
      <vt:lpstr>提案手法：生成モデルの構築</vt:lpstr>
      <vt:lpstr>発生確率によるランク付け</vt:lpstr>
      <vt:lpstr>評価手法</vt:lpstr>
      <vt:lpstr>評価指標・結果</vt:lpstr>
      <vt:lpstr>今後の展望</vt:lpstr>
      <vt:lpstr>まとめ</vt:lpstr>
      <vt:lpstr>タイプミス傾向の分析に基づく タイポスクワッティングドメイン 生成モデルの提案</vt:lpstr>
      <vt:lpstr>タイポスクワッティングの被害：メール</vt:lpstr>
      <vt:lpstr>関連研究との差分</vt:lpstr>
      <vt:lpstr>メールアドレスデータセット</vt:lpstr>
      <vt:lpstr>調査結果</vt:lpstr>
      <vt:lpstr>分析結果：削除</vt:lpstr>
      <vt:lpstr>分析結果：挿入</vt:lpstr>
      <vt:lpstr>分析結果：置換</vt:lpstr>
      <vt:lpstr>分析結果：編集距離が2以上</vt:lpstr>
      <vt:lpstr>評価結果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Soma SUGAHARA</dc:creator>
  <cp:lastModifiedBy>Soma SUGAHARA</cp:lastModifiedBy>
  <cp:revision>1</cp:revision>
  <dcterms:created xsi:type="dcterms:W3CDTF">2025-02-28T10:23:11Z</dcterms:created>
  <dcterms:modified xsi:type="dcterms:W3CDTF">2025-03-05T02:05:00Z</dcterms:modified>
</cp:coreProperties>
</file>